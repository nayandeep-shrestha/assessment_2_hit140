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notesMasterIdLst>
    <p:notesMasterId r:id="rId13"/>
  </p:notesMasterIdLst>
  <p:sldIdLst>
    <p:sldId id="256" r:id="rId2"/>
    <p:sldId id="258" r:id="rId3"/>
    <p:sldId id="259" r:id="rId4"/>
    <p:sldId id="261" r:id="rId5"/>
    <p:sldId id="270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C79AF5B-31F1-4EF0-8220-5B46C7077EFF}">
          <p14:sldIdLst>
            <p14:sldId id="256"/>
            <p14:sldId id="258"/>
            <p14:sldId id="259"/>
            <p14:sldId id="261"/>
            <p14:sldId id="270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D27EBB-FF02-472C-9675-1E2E5DE6418A}" v="35" dt="2026-09-09T14:51:36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chal Paudel" userId="268c3f4ef9724049" providerId="LiveId" clId="{0B669F28-8940-4B80-BAC4-858AC3F79604}"/>
    <pc:docChg chg="undo custSel addSld delSld modSld sldOrd modSection">
      <pc:chgData name="Abichal Paudel" userId="268c3f4ef9724049" providerId="LiveId" clId="{0B669F28-8940-4B80-BAC4-858AC3F79604}" dt="2026-09-09T14:51:36.164" v="817"/>
      <pc:docMkLst>
        <pc:docMk/>
      </pc:docMkLst>
      <pc:sldChg chg="addSp delSp modSp mod modTransition modAnim">
        <pc:chgData name="Abichal Paudel" userId="268c3f4ef9724049" providerId="LiveId" clId="{0B669F28-8940-4B80-BAC4-858AC3F79604}" dt="2026-09-09T14:51:36.164" v="817"/>
        <pc:sldMkLst>
          <pc:docMk/>
          <pc:sldMk cId="4261739583" sldId="256"/>
        </pc:sldMkLst>
        <pc:spChg chg="mod">
          <ac:chgData name="Abichal Paudel" userId="268c3f4ef9724049" providerId="LiveId" clId="{0B669F28-8940-4B80-BAC4-858AC3F79604}" dt="2026-09-09T10:31:42.923" v="537" actId="26606"/>
          <ac:spMkLst>
            <pc:docMk/>
            <pc:sldMk cId="4261739583" sldId="256"/>
            <ac:spMk id="2" creationId="{B964A100-C4F9-49A0-8E2F-0B22650E6F61}"/>
          </ac:spMkLst>
        </pc:spChg>
        <pc:spChg chg="mod">
          <ac:chgData name="Abichal Paudel" userId="268c3f4ef9724049" providerId="LiveId" clId="{0B669F28-8940-4B80-BAC4-858AC3F79604}" dt="2026-09-09T10:31:42.923" v="537" actId="26606"/>
          <ac:spMkLst>
            <pc:docMk/>
            <pc:sldMk cId="4261739583" sldId="256"/>
            <ac:spMk id="3" creationId="{6CD1C417-C31D-87C9-16E0-E9EFCDF3B100}"/>
          </ac:spMkLst>
        </pc:spChg>
        <pc:spChg chg="add del">
          <ac:chgData name="Abichal Paudel" userId="268c3f4ef9724049" providerId="LiveId" clId="{0B669F28-8940-4B80-BAC4-858AC3F79604}" dt="2026-09-09T10:30:10.164" v="518" actId="26606"/>
          <ac:spMkLst>
            <pc:docMk/>
            <pc:sldMk cId="4261739583" sldId="256"/>
            <ac:spMk id="8" creationId="{1B15ED52-F352-441B-82BF-E0EA34836D08}"/>
          </ac:spMkLst>
        </pc:spChg>
        <pc:spChg chg="add del">
          <ac:chgData name="Abichal Paudel" userId="268c3f4ef9724049" providerId="LiveId" clId="{0B669F28-8940-4B80-BAC4-858AC3F79604}" dt="2026-09-09T10:30:10.164" v="518" actId="26606"/>
          <ac:spMkLst>
            <pc:docMk/>
            <pc:sldMk cId="4261739583" sldId="256"/>
            <ac:spMk id="10" creationId="{3B2E3793-BFE6-45A2-9B7B-E18844431C99}"/>
          </ac:spMkLst>
        </pc:spChg>
        <pc:spChg chg="add del">
          <ac:chgData name="Abichal Paudel" userId="268c3f4ef9724049" providerId="LiveId" clId="{0B669F28-8940-4B80-BAC4-858AC3F79604}" dt="2026-09-09T10:30:10.164" v="518" actId="26606"/>
          <ac:spMkLst>
            <pc:docMk/>
            <pc:sldMk cId="4261739583" sldId="256"/>
            <ac:spMk id="12" creationId="{BC4C4868-CB8F-4AF9-9CDB-8108F2C19B67}"/>
          </ac:spMkLst>
        </pc:spChg>
        <pc:spChg chg="add del">
          <ac:chgData name="Abichal Paudel" userId="268c3f4ef9724049" providerId="LiveId" clId="{0B669F28-8940-4B80-BAC4-858AC3F79604}" dt="2026-09-09T10:30:10.164" v="518" actId="26606"/>
          <ac:spMkLst>
            <pc:docMk/>
            <pc:sldMk cId="4261739583" sldId="256"/>
            <ac:spMk id="14" creationId="{375E0459-6403-40CD-989D-56A4407CA12E}"/>
          </ac:spMkLst>
        </pc:spChg>
        <pc:spChg chg="add del">
          <ac:chgData name="Abichal Paudel" userId="268c3f4ef9724049" providerId="LiveId" clId="{0B669F28-8940-4B80-BAC4-858AC3F79604}" dt="2026-09-09T10:30:10.164" v="518" actId="26606"/>
          <ac:spMkLst>
            <pc:docMk/>
            <pc:sldMk cId="4261739583" sldId="256"/>
            <ac:spMk id="16" creationId="{53E5B1A8-3AC9-4BD1-9BBC-78CA94F2D1BA}"/>
          </ac:spMkLst>
        </pc:spChg>
        <pc:spChg chg="add del">
          <ac:chgData name="Abichal Paudel" userId="268c3f4ef9724049" providerId="LiveId" clId="{0B669F28-8940-4B80-BAC4-858AC3F79604}" dt="2026-09-09T10:30:24.021" v="519" actId="26606"/>
          <ac:spMkLst>
            <pc:docMk/>
            <pc:sldMk cId="4261739583" sldId="256"/>
            <ac:spMk id="21" creationId="{AC17DE74-01C9-4859-B65A-85CF999E8580}"/>
          </ac:spMkLst>
        </pc:spChg>
        <pc:spChg chg="add del">
          <ac:chgData name="Abichal Paudel" userId="268c3f4ef9724049" providerId="LiveId" clId="{0B669F28-8940-4B80-BAC4-858AC3F79604}" dt="2026-09-09T10:30:24.021" v="519" actId="26606"/>
          <ac:spMkLst>
            <pc:docMk/>
            <pc:sldMk cId="4261739583" sldId="256"/>
            <ac:spMk id="23" creationId="{068C0432-0E90-4CC1-8CD3-D44A90DF07EF}"/>
          </ac:spMkLst>
        </pc:spChg>
        <pc:spChg chg="add del">
          <ac:chgData name="Abichal Paudel" userId="268c3f4ef9724049" providerId="LiveId" clId="{0B669F28-8940-4B80-BAC4-858AC3F79604}" dt="2026-09-09T10:31:42.923" v="537" actId="26606"/>
          <ac:spMkLst>
            <pc:docMk/>
            <pc:sldMk cId="4261739583" sldId="256"/>
            <ac:spMk id="28" creationId="{70DFC902-7D23-471A-B557-B6B6917D7A0D}"/>
          </ac:spMkLst>
        </pc:spChg>
        <pc:spChg chg="add del">
          <ac:chgData name="Abichal Paudel" userId="268c3f4ef9724049" providerId="LiveId" clId="{0B669F28-8940-4B80-BAC4-858AC3F79604}" dt="2026-09-09T10:31:42.923" v="537" actId="26606"/>
          <ac:spMkLst>
            <pc:docMk/>
            <pc:sldMk cId="4261739583" sldId="256"/>
            <ac:spMk id="30" creationId="{A55D5633-D557-4DCA-982C-FF36EB7A1C00}"/>
          </ac:spMkLst>
        </pc:spChg>
        <pc:spChg chg="add del">
          <ac:chgData name="Abichal Paudel" userId="268c3f4ef9724049" providerId="LiveId" clId="{0B669F28-8940-4B80-BAC4-858AC3F79604}" dt="2026-09-09T10:31:42.923" v="537" actId="26606"/>
          <ac:spMkLst>
            <pc:docMk/>
            <pc:sldMk cId="4261739583" sldId="256"/>
            <ac:spMk id="32" creationId="{450D3AD2-FA80-415F-A9CE-54D884561CD7}"/>
          </ac:spMkLst>
        </pc:spChg>
        <pc:spChg chg="add del">
          <ac:chgData name="Abichal Paudel" userId="268c3f4ef9724049" providerId="LiveId" clId="{0B669F28-8940-4B80-BAC4-858AC3F79604}" dt="2026-09-09T10:31:42.901" v="536" actId="26606"/>
          <ac:spMkLst>
            <pc:docMk/>
            <pc:sldMk cId="4261739583" sldId="256"/>
            <ac:spMk id="37" creationId="{70DFC902-7D23-471A-B557-B6B6917D7A0D}"/>
          </ac:spMkLst>
        </pc:spChg>
        <pc:spChg chg="add del">
          <ac:chgData name="Abichal Paudel" userId="268c3f4ef9724049" providerId="LiveId" clId="{0B669F28-8940-4B80-BAC4-858AC3F79604}" dt="2026-09-09T10:31:42.901" v="536" actId="26606"/>
          <ac:spMkLst>
            <pc:docMk/>
            <pc:sldMk cId="4261739583" sldId="256"/>
            <ac:spMk id="39" creationId="{A55D5633-D557-4DCA-982C-FF36EB7A1C00}"/>
          </ac:spMkLst>
        </pc:spChg>
        <pc:spChg chg="add del">
          <ac:chgData name="Abichal Paudel" userId="268c3f4ef9724049" providerId="LiveId" clId="{0B669F28-8940-4B80-BAC4-858AC3F79604}" dt="2026-09-09T10:31:42.901" v="536" actId="26606"/>
          <ac:spMkLst>
            <pc:docMk/>
            <pc:sldMk cId="4261739583" sldId="256"/>
            <ac:spMk id="41" creationId="{450D3AD2-FA80-415F-A9CE-54D884561CD7}"/>
          </ac:spMkLst>
        </pc:spChg>
        <pc:spChg chg="add">
          <ac:chgData name="Abichal Paudel" userId="268c3f4ef9724049" providerId="LiveId" clId="{0B669F28-8940-4B80-BAC4-858AC3F79604}" dt="2026-09-09T10:31:42.923" v="537" actId="26606"/>
          <ac:spMkLst>
            <pc:docMk/>
            <pc:sldMk cId="4261739583" sldId="256"/>
            <ac:spMk id="43" creationId="{74751229-0244-4FBB-BED1-407467F4C951}"/>
          </ac:spMkLst>
        </pc:spChg>
        <pc:picChg chg="add del mod">
          <ac:chgData name="Abichal Paudel" userId="268c3f4ef9724049" providerId="LiveId" clId="{0B669F28-8940-4B80-BAC4-858AC3F79604}" dt="2026-09-09T13:15:38.709" v="599"/>
          <ac:picMkLst>
            <pc:docMk/>
            <pc:sldMk cId="4261739583" sldId="256"/>
            <ac:picMk id="4" creationId="{110E461B-2DB2-482B-2077-2D5070A6F438}"/>
          </ac:picMkLst>
        </pc:picChg>
        <pc:picChg chg="add del mod">
          <ac:chgData name="Abichal Paudel" userId="268c3f4ef9724049" providerId="LiveId" clId="{0B669F28-8940-4B80-BAC4-858AC3F79604}" dt="2026-09-09T13:33:36.077" v="610"/>
          <ac:picMkLst>
            <pc:docMk/>
            <pc:sldMk cId="4261739583" sldId="256"/>
            <ac:picMk id="5" creationId="{4E9E126D-F80C-B167-52A6-0113D0AA7BFA}"/>
          </ac:picMkLst>
        </pc:picChg>
        <pc:picChg chg="add del mod">
          <ac:chgData name="Abichal Paudel" userId="268c3f4ef9724049" providerId="LiveId" clId="{0B669F28-8940-4B80-BAC4-858AC3F79604}" dt="2026-09-09T13:35:23.707" v="611"/>
          <ac:picMkLst>
            <pc:docMk/>
            <pc:sldMk cId="4261739583" sldId="256"/>
            <ac:picMk id="8" creationId="{9CF5DC0D-76CD-64E9-DE5E-B20389D83CBD}"/>
          </ac:picMkLst>
        </pc:picChg>
        <pc:picChg chg="add del mod">
          <ac:chgData name="Abichal Paudel" userId="268c3f4ef9724049" providerId="LiveId" clId="{0B669F28-8940-4B80-BAC4-858AC3F79604}" dt="2026-09-09T13:35:23.707" v="611"/>
          <ac:picMkLst>
            <pc:docMk/>
            <pc:sldMk cId="4261739583" sldId="256"/>
            <ac:picMk id="11" creationId="{1BA88130-2FBA-D1DC-2220-4778861AE164}"/>
          </ac:picMkLst>
        </pc:picChg>
        <pc:picChg chg="add del mod">
          <ac:chgData name="Abichal Paudel" userId="268c3f4ef9724049" providerId="LiveId" clId="{0B669F28-8940-4B80-BAC4-858AC3F79604}" dt="2026-09-09T13:35:23.707" v="611"/>
          <ac:picMkLst>
            <pc:docMk/>
            <pc:sldMk cId="4261739583" sldId="256"/>
            <ac:picMk id="12" creationId="{40AB4837-0634-A70F-6813-5EAC4E0ACD40}"/>
          </ac:picMkLst>
        </pc:picChg>
        <pc:picChg chg="add del mod ord">
          <ac:chgData name="Abichal Paudel" userId="268c3f4ef9724049" providerId="LiveId" clId="{0B669F28-8940-4B80-BAC4-858AC3F79604}" dt="2026-09-09T13:35:23.707" v="611"/>
          <ac:picMkLst>
            <pc:docMk/>
            <pc:sldMk cId="4261739583" sldId="256"/>
            <ac:picMk id="14" creationId="{46720BCD-F702-3558-D3F5-E473C0C84726}"/>
          </ac:picMkLst>
        </pc:picChg>
        <pc:picChg chg="add del mod">
          <ac:chgData name="Abichal Paudel" userId="268c3f4ef9724049" providerId="LiveId" clId="{0B669F28-8940-4B80-BAC4-858AC3F79604}" dt="2026-09-09T13:35:36.135" v="620"/>
          <ac:picMkLst>
            <pc:docMk/>
            <pc:sldMk cId="4261739583" sldId="256"/>
            <ac:picMk id="15" creationId="{D07C825B-65FB-C562-1377-1F5DF58A813B}"/>
          </ac:picMkLst>
        </pc:picChg>
        <pc:picChg chg="add del mod">
          <ac:chgData name="Abichal Paudel" userId="268c3f4ef9724049" providerId="LiveId" clId="{0B669F28-8940-4B80-BAC4-858AC3F79604}" dt="2026-09-09T13:35:36.135" v="620"/>
          <ac:picMkLst>
            <pc:docMk/>
            <pc:sldMk cId="4261739583" sldId="256"/>
            <ac:picMk id="16" creationId="{B2478AB5-36AA-564A-4847-09AAAF2AA9DD}"/>
          </ac:picMkLst>
        </pc:picChg>
        <pc:picChg chg="add del mod">
          <ac:chgData name="Abichal Paudel" userId="268c3f4ef9724049" providerId="LiveId" clId="{0B669F28-8940-4B80-BAC4-858AC3F79604}" dt="2026-09-09T13:35:36.135" v="620"/>
          <ac:picMkLst>
            <pc:docMk/>
            <pc:sldMk cId="4261739583" sldId="256"/>
            <ac:picMk id="17" creationId="{F12FDF3A-C3DD-2EDD-BD7A-62983A733AC1}"/>
          </ac:picMkLst>
        </pc:picChg>
        <pc:picChg chg="add del mod">
          <ac:chgData name="Abichal Paudel" userId="268c3f4ef9724049" providerId="LiveId" clId="{0B669F28-8940-4B80-BAC4-858AC3F79604}" dt="2026-09-09T13:35:36.135" v="620"/>
          <ac:picMkLst>
            <pc:docMk/>
            <pc:sldMk cId="4261739583" sldId="256"/>
            <ac:picMk id="18" creationId="{526044B7-D23F-BE2F-44C4-174B7606B7FB}"/>
          </ac:picMkLst>
        </pc:picChg>
        <pc:picChg chg="add del mod ord">
          <ac:chgData name="Abichal Paudel" userId="268c3f4ef9724049" providerId="LiveId" clId="{0B669F28-8940-4B80-BAC4-858AC3F79604}" dt="2026-09-09T13:35:57.529" v="621"/>
          <ac:picMkLst>
            <pc:docMk/>
            <pc:sldMk cId="4261739583" sldId="256"/>
            <ac:picMk id="23" creationId="{375C9C6E-CE3D-CCDA-FD4F-DCFD4149BC17}"/>
          </ac:picMkLst>
        </pc:picChg>
        <pc:picChg chg="add del mod ord">
          <ac:chgData name="Abichal Paudel" userId="268c3f4ef9724049" providerId="LiveId" clId="{0B669F28-8940-4B80-BAC4-858AC3F79604}" dt="2026-09-09T13:35:57.529" v="621"/>
          <ac:picMkLst>
            <pc:docMk/>
            <pc:sldMk cId="4261739583" sldId="256"/>
            <ac:picMk id="24" creationId="{D75F40FA-830C-D073-B257-DA35593DB0B9}"/>
          </ac:picMkLst>
        </pc:picChg>
        <pc:picChg chg="add del mod ord">
          <ac:chgData name="Abichal Paudel" userId="268c3f4ef9724049" providerId="LiveId" clId="{0B669F28-8940-4B80-BAC4-858AC3F79604}" dt="2026-09-09T13:35:57.529" v="621"/>
          <ac:picMkLst>
            <pc:docMk/>
            <pc:sldMk cId="4261739583" sldId="256"/>
            <ac:picMk id="25" creationId="{8376527F-3BE6-91A1-09DD-B4AD78E61894}"/>
          </ac:picMkLst>
        </pc:picChg>
        <pc:picChg chg="add del mod ord">
          <ac:chgData name="Abichal Paudel" userId="268c3f4ef9724049" providerId="LiveId" clId="{0B669F28-8940-4B80-BAC4-858AC3F79604}" dt="2026-09-09T13:35:57.529" v="621"/>
          <ac:picMkLst>
            <pc:docMk/>
            <pc:sldMk cId="4261739583" sldId="256"/>
            <ac:picMk id="26" creationId="{BBBFACA5-DB2B-C313-CFEE-1C330586A1B1}"/>
          </ac:picMkLst>
        </pc:picChg>
        <pc:picChg chg="add del mod">
          <ac:chgData name="Abichal Paudel" userId="268c3f4ef9724049" providerId="LiveId" clId="{0B669F28-8940-4B80-BAC4-858AC3F79604}" dt="2026-09-09T13:36:02.910" v="626"/>
          <ac:picMkLst>
            <pc:docMk/>
            <pc:sldMk cId="4261739583" sldId="256"/>
            <ac:picMk id="27" creationId="{086F9CDD-FBF8-C4CB-3D3F-394D357A4133}"/>
          </ac:picMkLst>
        </pc:picChg>
        <pc:picChg chg="add del mod">
          <ac:chgData name="Abichal Paudel" userId="268c3f4ef9724049" providerId="LiveId" clId="{0B669F28-8940-4B80-BAC4-858AC3F79604}" dt="2026-09-09T13:36:02.910" v="626"/>
          <ac:picMkLst>
            <pc:docMk/>
            <pc:sldMk cId="4261739583" sldId="256"/>
            <ac:picMk id="28" creationId="{F8A36C12-0015-0A9E-1FF6-EA9B430DAC11}"/>
          </ac:picMkLst>
        </pc:picChg>
        <pc:picChg chg="add del mod">
          <ac:chgData name="Abichal Paudel" userId="268c3f4ef9724049" providerId="LiveId" clId="{0B669F28-8940-4B80-BAC4-858AC3F79604}" dt="2026-09-09T13:36:02.910" v="626"/>
          <ac:picMkLst>
            <pc:docMk/>
            <pc:sldMk cId="4261739583" sldId="256"/>
            <ac:picMk id="29" creationId="{D633504F-4C19-37FD-C818-CA536B07F2B7}"/>
          </ac:picMkLst>
        </pc:picChg>
        <pc:picChg chg="add del mod">
          <ac:chgData name="Abichal Paudel" userId="268c3f4ef9724049" providerId="LiveId" clId="{0B669F28-8940-4B80-BAC4-858AC3F79604}" dt="2026-09-09T13:36:02.910" v="626"/>
          <ac:picMkLst>
            <pc:docMk/>
            <pc:sldMk cId="4261739583" sldId="256"/>
            <ac:picMk id="30" creationId="{DADCFE26-A2A5-4425-10FD-56FF0565BC2A}"/>
          </ac:picMkLst>
        </pc:picChg>
        <pc:picChg chg="add">
          <ac:chgData name="Abichal Paudel" userId="268c3f4ef9724049" providerId="LiveId" clId="{0B669F28-8940-4B80-BAC4-858AC3F79604}" dt="2026-09-09T10:31:42.923" v="537" actId="26606"/>
          <ac:picMkLst>
            <pc:docMk/>
            <pc:sldMk cId="4261739583" sldId="256"/>
            <ac:picMk id="36" creationId="{F90B7D69-95CC-3CDE-D7E2-8C0720AE948D}"/>
          </ac:picMkLst>
        </pc:picChg>
        <pc:picChg chg="add">
          <ac:chgData name="Abichal Paudel" userId="268c3f4ef9724049" providerId="LiveId" clId="{0B669F28-8940-4B80-BAC4-858AC3F79604}" dt="2026-09-09T10:31:42.923" v="537" actId="26606"/>
          <ac:picMkLst>
            <pc:docMk/>
            <pc:sldMk cId="4261739583" sldId="256"/>
            <ac:picMk id="38" creationId="{3D47EDE3-6F01-4BA0-8A02-987C945591DB}"/>
          </ac:picMkLst>
        </pc:picChg>
        <pc:picChg chg="add del mod ord">
          <ac:chgData name="Abichal Paudel" userId="268c3f4ef9724049" providerId="LiveId" clId="{0B669F28-8940-4B80-BAC4-858AC3F79604}" dt="2026-09-09T13:40:38.713" v="627"/>
          <ac:picMkLst>
            <pc:docMk/>
            <pc:sldMk cId="4261739583" sldId="256"/>
            <ac:picMk id="41" creationId="{1B20571F-7D69-C87D-9AF1-91D336D61F25}"/>
          </ac:picMkLst>
        </pc:picChg>
        <pc:picChg chg="add del mod ord">
          <ac:chgData name="Abichal Paudel" userId="268c3f4ef9724049" providerId="LiveId" clId="{0B669F28-8940-4B80-BAC4-858AC3F79604}" dt="2026-09-09T13:40:38.713" v="627"/>
          <ac:picMkLst>
            <pc:docMk/>
            <pc:sldMk cId="4261739583" sldId="256"/>
            <ac:picMk id="42" creationId="{D93ED5F0-F3E0-3C88-A57B-222F1EC74245}"/>
          </ac:picMkLst>
        </pc:picChg>
        <pc:picChg chg="add del mod ord">
          <ac:chgData name="Abichal Paudel" userId="268c3f4ef9724049" providerId="LiveId" clId="{0B669F28-8940-4B80-BAC4-858AC3F79604}" dt="2026-09-09T13:40:38.713" v="627"/>
          <ac:picMkLst>
            <pc:docMk/>
            <pc:sldMk cId="4261739583" sldId="256"/>
            <ac:picMk id="44" creationId="{B8B95F0C-BD14-A6ED-AEFD-EE086A9527B2}"/>
          </ac:picMkLst>
        </pc:picChg>
        <pc:picChg chg="add del mod ord">
          <ac:chgData name="Abichal Paudel" userId="268c3f4ef9724049" providerId="LiveId" clId="{0B669F28-8940-4B80-BAC4-858AC3F79604}" dt="2026-09-09T13:40:38.713" v="627"/>
          <ac:picMkLst>
            <pc:docMk/>
            <pc:sldMk cId="4261739583" sldId="256"/>
            <ac:picMk id="45" creationId="{8CD6A2AC-838B-38EC-06FE-60EB222815F4}"/>
          </ac:picMkLst>
        </pc:picChg>
        <pc:picChg chg="add del mod">
          <ac:chgData name="Abichal Paudel" userId="268c3f4ef9724049" providerId="LiveId" clId="{0B669F28-8940-4B80-BAC4-858AC3F79604}" dt="2026-09-09T13:56:01.839" v="642"/>
          <ac:picMkLst>
            <pc:docMk/>
            <pc:sldMk cId="4261739583" sldId="256"/>
            <ac:picMk id="46" creationId="{B89C274B-E4BF-D185-50D3-CB4849757580}"/>
          </ac:picMkLst>
        </pc:picChg>
        <pc:picChg chg="add del mod">
          <ac:chgData name="Abichal Paudel" userId="268c3f4ef9724049" providerId="LiveId" clId="{0B669F28-8940-4B80-BAC4-858AC3F79604}" dt="2026-09-09T13:56:01.839" v="642"/>
          <ac:picMkLst>
            <pc:docMk/>
            <pc:sldMk cId="4261739583" sldId="256"/>
            <ac:picMk id="47" creationId="{869513F3-9D21-4B52-FB34-2FEA94A40D37}"/>
          </ac:picMkLst>
        </pc:picChg>
        <pc:picChg chg="add del mod">
          <ac:chgData name="Abichal Paudel" userId="268c3f4ef9724049" providerId="LiveId" clId="{0B669F28-8940-4B80-BAC4-858AC3F79604}" dt="2026-09-09T13:56:01.839" v="642"/>
          <ac:picMkLst>
            <pc:docMk/>
            <pc:sldMk cId="4261739583" sldId="256"/>
            <ac:picMk id="48" creationId="{5AFBD300-4A81-5477-A3E1-CD4A332DCDEA}"/>
          </ac:picMkLst>
        </pc:picChg>
        <pc:picChg chg="add del mod">
          <ac:chgData name="Abichal Paudel" userId="268c3f4ef9724049" providerId="LiveId" clId="{0B669F28-8940-4B80-BAC4-858AC3F79604}" dt="2026-09-09T13:56:01.839" v="642"/>
          <ac:picMkLst>
            <pc:docMk/>
            <pc:sldMk cId="4261739583" sldId="256"/>
            <ac:picMk id="49" creationId="{8E95EB83-8021-D569-0499-2E60665CAE76}"/>
          </ac:picMkLst>
        </pc:picChg>
        <pc:picChg chg="add del mod">
          <ac:chgData name="Abichal Paudel" userId="268c3f4ef9724049" providerId="LiveId" clId="{0B669F28-8940-4B80-BAC4-858AC3F79604}" dt="2026-09-09T13:56:45.627" v="643"/>
          <ac:picMkLst>
            <pc:docMk/>
            <pc:sldMk cId="4261739583" sldId="256"/>
            <ac:picMk id="50" creationId="{5C2CA920-5410-68FB-F300-D626E861B551}"/>
          </ac:picMkLst>
        </pc:picChg>
        <pc:picChg chg="add del mod ord">
          <ac:chgData name="Abichal Paudel" userId="268c3f4ef9724049" providerId="LiveId" clId="{0B669F28-8940-4B80-BAC4-858AC3F79604}" dt="2026-09-09T13:56:45.627" v="643"/>
          <ac:picMkLst>
            <pc:docMk/>
            <pc:sldMk cId="4261739583" sldId="256"/>
            <ac:picMk id="59" creationId="{2B4A87CB-9EDB-C76E-BE4D-BC7076B74F68}"/>
          </ac:picMkLst>
        </pc:picChg>
        <pc:picChg chg="add del mod ord">
          <ac:chgData name="Abichal Paudel" userId="268c3f4ef9724049" providerId="LiveId" clId="{0B669F28-8940-4B80-BAC4-858AC3F79604}" dt="2026-09-09T13:56:45.627" v="643"/>
          <ac:picMkLst>
            <pc:docMk/>
            <pc:sldMk cId="4261739583" sldId="256"/>
            <ac:picMk id="60" creationId="{043EC42A-AFFE-BC5A-1016-D8626EAB14A6}"/>
          </ac:picMkLst>
        </pc:picChg>
        <pc:picChg chg="add del mod ord">
          <ac:chgData name="Abichal Paudel" userId="268c3f4ef9724049" providerId="LiveId" clId="{0B669F28-8940-4B80-BAC4-858AC3F79604}" dt="2026-09-09T13:56:45.627" v="643"/>
          <ac:picMkLst>
            <pc:docMk/>
            <pc:sldMk cId="4261739583" sldId="256"/>
            <ac:picMk id="61" creationId="{8AE00B23-F48B-E91A-635E-4D856D439F4C}"/>
          </ac:picMkLst>
        </pc:picChg>
        <pc:picChg chg="add del mod ord">
          <ac:chgData name="Abichal Paudel" userId="268c3f4ef9724049" providerId="LiveId" clId="{0B669F28-8940-4B80-BAC4-858AC3F79604}" dt="2026-09-09T13:56:45.627" v="643"/>
          <ac:picMkLst>
            <pc:docMk/>
            <pc:sldMk cId="4261739583" sldId="256"/>
            <ac:picMk id="62" creationId="{980A65DB-5F7F-0CF6-5050-68448DFBEE9F}"/>
          </ac:picMkLst>
        </pc:picChg>
        <pc:picChg chg="add del mod">
          <ac:chgData name="Abichal Paudel" userId="268c3f4ef9724049" providerId="LiveId" clId="{0B669F28-8940-4B80-BAC4-858AC3F79604}" dt="2026-09-09T13:57:01.590" v="653"/>
          <ac:picMkLst>
            <pc:docMk/>
            <pc:sldMk cId="4261739583" sldId="256"/>
            <ac:picMk id="63" creationId="{72D25064-57CA-3BD3-18F1-125218288D93}"/>
          </ac:picMkLst>
        </pc:picChg>
        <pc:picChg chg="add del mod">
          <ac:chgData name="Abichal Paudel" userId="268c3f4ef9724049" providerId="LiveId" clId="{0B669F28-8940-4B80-BAC4-858AC3F79604}" dt="2026-09-09T13:57:01.590" v="653"/>
          <ac:picMkLst>
            <pc:docMk/>
            <pc:sldMk cId="4261739583" sldId="256"/>
            <ac:picMk id="64" creationId="{14A34748-A19B-3C9E-1B54-551FDE02F770}"/>
          </ac:picMkLst>
        </pc:picChg>
        <pc:picChg chg="add del mod">
          <ac:chgData name="Abichal Paudel" userId="268c3f4ef9724049" providerId="LiveId" clId="{0B669F28-8940-4B80-BAC4-858AC3F79604}" dt="2026-09-09T13:57:01.590" v="653"/>
          <ac:picMkLst>
            <pc:docMk/>
            <pc:sldMk cId="4261739583" sldId="256"/>
            <ac:picMk id="65" creationId="{0E4AF5BC-09EA-E663-C72E-BACAA406C5BC}"/>
          </ac:picMkLst>
        </pc:picChg>
        <pc:picChg chg="add del mod">
          <ac:chgData name="Abichal Paudel" userId="268c3f4ef9724049" providerId="LiveId" clId="{0B669F28-8940-4B80-BAC4-858AC3F79604}" dt="2026-09-09T13:57:01.590" v="653"/>
          <ac:picMkLst>
            <pc:docMk/>
            <pc:sldMk cId="4261739583" sldId="256"/>
            <ac:picMk id="66" creationId="{AE9F7A03-D343-FD33-6AE4-080EBA8F8514}"/>
          </ac:picMkLst>
        </pc:picChg>
        <pc:picChg chg="add del mod">
          <ac:chgData name="Abichal Paudel" userId="268c3f4ef9724049" providerId="LiveId" clId="{0B669F28-8940-4B80-BAC4-858AC3F79604}" dt="2026-09-09T13:57:01.590" v="653"/>
          <ac:picMkLst>
            <pc:docMk/>
            <pc:sldMk cId="4261739583" sldId="256"/>
            <ac:picMk id="67" creationId="{1726D0F0-4A70-6D30-266C-7FC4DC3B0424}"/>
          </ac:picMkLst>
        </pc:picChg>
        <pc:picChg chg="add del mod ord">
          <ac:chgData name="Abichal Paudel" userId="268c3f4ef9724049" providerId="LiveId" clId="{0B669F28-8940-4B80-BAC4-858AC3F79604}" dt="2026-09-09T13:57:24.282" v="654"/>
          <ac:picMkLst>
            <pc:docMk/>
            <pc:sldMk cId="4261739583" sldId="256"/>
            <ac:picMk id="73" creationId="{55F63FE4-93A6-57D4-1E0E-DFA2E9BF043F}"/>
          </ac:picMkLst>
        </pc:picChg>
        <pc:picChg chg="add del mod ord">
          <ac:chgData name="Abichal Paudel" userId="268c3f4ef9724049" providerId="LiveId" clId="{0B669F28-8940-4B80-BAC4-858AC3F79604}" dt="2026-09-09T13:57:24.282" v="654"/>
          <ac:picMkLst>
            <pc:docMk/>
            <pc:sldMk cId="4261739583" sldId="256"/>
            <ac:picMk id="74" creationId="{46611290-6A32-B1AC-8103-298E022AEF17}"/>
          </ac:picMkLst>
        </pc:picChg>
        <pc:picChg chg="add del mod ord">
          <ac:chgData name="Abichal Paudel" userId="268c3f4ef9724049" providerId="LiveId" clId="{0B669F28-8940-4B80-BAC4-858AC3F79604}" dt="2026-09-09T13:57:24.282" v="654"/>
          <ac:picMkLst>
            <pc:docMk/>
            <pc:sldMk cId="4261739583" sldId="256"/>
            <ac:picMk id="75" creationId="{8596FC00-F3AE-DFEB-182F-A0B0B7766C73}"/>
          </ac:picMkLst>
        </pc:picChg>
        <pc:picChg chg="add del mod ord">
          <ac:chgData name="Abichal Paudel" userId="268c3f4ef9724049" providerId="LiveId" clId="{0B669F28-8940-4B80-BAC4-858AC3F79604}" dt="2026-09-09T13:57:24.282" v="654"/>
          <ac:picMkLst>
            <pc:docMk/>
            <pc:sldMk cId="4261739583" sldId="256"/>
            <ac:picMk id="76" creationId="{0B2B6F3C-C1A1-68AF-DA3D-00F98F05C751}"/>
          </ac:picMkLst>
        </pc:picChg>
        <pc:picChg chg="add del mod ord">
          <ac:chgData name="Abichal Paudel" userId="268c3f4ef9724049" providerId="LiveId" clId="{0B669F28-8940-4B80-BAC4-858AC3F79604}" dt="2026-09-09T13:57:24.282" v="654"/>
          <ac:picMkLst>
            <pc:docMk/>
            <pc:sldMk cId="4261739583" sldId="256"/>
            <ac:picMk id="77" creationId="{F016A4DE-622A-716B-8E46-5566A7888216}"/>
          </ac:picMkLst>
        </pc:picChg>
        <pc:picChg chg="add del mod">
          <ac:chgData name="Abichal Paudel" userId="268c3f4ef9724049" providerId="LiveId" clId="{0B669F28-8940-4B80-BAC4-858AC3F79604}" dt="2026-09-09T13:57:39.839" v="662"/>
          <ac:picMkLst>
            <pc:docMk/>
            <pc:sldMk cId="4261739583" sldId="256"/>
            <ac:picMk id="78" creationId="{2E8B3EF1-1A53-BFEF-B5BC-FD49442B14F6}"/>
          </ac:picMkLst>
        </pc:picChg>
        <pc:picChg chg="add del mod">
          <ac:chgData name="Abichal Paudel" userId="268c3f4ef9724049" providerId="LiveId" clId="{0B669F28-8940-4B80-BAC4-858AC3F79604}" dt="2026-09-09T13:57:39.839" v="662"/>
          <ac:picMkLst>
            <pc:docMk/>
            <pc:sldMk cId="4261739583" sldId="256"/>
            <ac:picMk id="79" creationId="{F80C8E71-AEB0-A466-A308-BFB3E041B571}"/>
          </ac:picMkLst>
        </pc:picChg>
        <pc:picChg chg="add del mod">
          <ac:chgData name="Abichal Paudel" userId="268c3f4ef9724049" providerId="LiveId" clId="{0B669F28-8940-4B80-BAC4-858AC3F79604}" dt="2026-09-09T13:57:39.839" v="662"/>
          <ac:picMkLst>
            <pc:docMk/>
            <pc:sldMk cId="4261739583" sldId="256"/>
            <ac:picMk id="80" creationId="{6B049F94-BCC5-1D52-01A7-98E572365413}"/>
          </ac:picMkLst>
        </pc:picChg>
        <pc:picChg chg="add del mod">
          <ac:chgData name="Abichal Paudel" userId="268c3f4ef9724049" providerId="LiveId" clId="{0B669F28-8940-4B80-BAC4-858AC3F79604}" dt="2026-09-09T13:57:39.839" v="662"/>
          <ac:picMkLst>
            <pc:docMk/>
            <pc:sldMk cId="4261739583" sldId="256"/>
            <ac:picMk id="81" creationId="{FA0D9EB6-A527-183C-7687-A01A1E0B3E77}"/>
          </ac:picMkLst>
        </pc:picChg>
        <pc:picChg chg="add del mod">
          <ac:chgData name="Abichal Paudel" userId="268c3f4ef9724049" providerId="LiveId" clId="{0B669F28-8940-4B80-BAC4-858AC3F79604}" dt="2026-09-09T13:57:39.839" v="662"/>
          <ac:picMkLst>
            <pc:docMk/>
            <pc:sldMk cId="4261739583" sldId="256"/>
            <ac:picMk id="82" creationId="{5585274E-371C-B155-B2FF-0D3F3F936C38}"/>
          </ac:picMkLst>
        </pc:picChg>
        <pc:picChg chg="add del mod ord">
          <ac:chgData name="Abichal Paudel" userId="268c3f4ef9724049" providerId="LiveId" clId="{0B669F28-8940-4B80-BAC4-858AC3F79604}" dt="2026-09-09T13:58:06.377" v="663"/>
          <ac:picMkLst>
            <pc:docMk/>
            <pc:sldMk cId="4261739583" sldId="256"/>
            <ac:picMk id="88" creationId="{5A1E3A8C-F31D-2FD2-FCEA-BAF22D2BE926}"/>
          </ac:picMkLst>
        </pc:picChg>
        <pc:picChg chg="add del mod ord">
          <ac:chgData name="Abichal Paudel" userId="268c3f4ef9724049" providerId="LiveId" clId="{0B669F28-8940-4B80-BAC4-858AC3F79604}" dt="2026-09-09T13:58:06.377" v="663"/>
          <ac:picMkLst>
            <pc:docMk/>
            <pc:sldMk cId="4261739583" sldId="256"/>
            <ac:picMk id="89" creationId="{3D70FF6C-E4AF-582E-2F10-4F6EF6E2A56B}"/>
          </ac:picMkLst>
        </pc:picChg>
        <pc:picChg chg="add del mod ord">
          <ac:chgData name="Abichal Paudel" userId="268c3f4ef9724049" providerId="LiveId" clId="{0B669F28-8940-4B80-BAC4-858AC3F79604}" dt="2026-09-09T13:58:06.377" v="663"/>
          <ac:picMkLst>
            <pc:docMk/>
            <pc:sldMk cId="4261739583" sldId="256"/>
            <ac:picMk id="90" creationId="{8D2D5C90-E211-66DB-7430-D356BC3FEEB4}"/>
          </ac:picMkLst>
        </pc:picChg>
        <pc:picChg chg="add del mod ord">
          <ac:chgData name="Abichal Paudel" userId="268c3f4ef9724049" providerId="LiveId" clId="{0B669F28-8940-4B80-BAC4-858AC3F79604}" dt="2026-09-09T13:58:06.377" v="663"/>
          <ac:picMkLst>
            <pc:docMk/>
            <pc:sldMk cId="4261739583" sldId="256"/>
            <ac:picMk id="91" creationId="{203D7EB6-CDD9-7BDE-6E53-1E0C0679BED9}"/>
          </ac:picMkLst>
        </pc:picChg>
        <pc:picChg chg="add del mod ord">
          <ac:chgData name="Abichal Paudel" userId="268c3f4ef9724049" providerId="LiveId" clId="{0B669F28-8940-4B80-BAC4-858AC3F79604}" dt="2026-09-09T13:58:06.377" v="663"/>
          <ac:picMkLst>
            <pc:docMk/>
            <pc:sldMk cId="4261739583" sldId="256"/>
            <ac:picMk id="92" creationId="{BF701F31-B3DE-D95E-3F66-7B4C60F2A9A0}"/>
          </ac:picMkLst>
        </pc:picChg>
        <pc:picChg chg="add del mod">
          <ac:chgData name="Abichal Paudel" userId="268c3f4ef9724049" providerId="LiveId" clId="{0B669F28-8940-4B80-BAC4-858AC3F79604}" dt="2026-09-09T13:58:34.243" v="671"/>
          <ac:picMkLst>
            <pc:docMk/>
            <pc:sldMk cId="4261739583" sldId="256"/>
            <ac:picMk id="93" creationId="{D4786E98-B427-218A-F476-9CCAF47A4101}"/>
          </ac:picMkLst>
        </pc:picChg>
        <pc:picChg chg="add del mod">
          <ac:chgData name="Abichal Paudel" userId="268c3f4ef9724049" providerId="LiveId" clId="{0B669F28-8940-4B80-BAC4-858AC3F79604}" dt="2026-09-09T13:58:34.243" v="671"/>
          <ac:picMkLst>
            <pc:docMk/>
            <pc:sldMk cId="4261739583" sldId="256"/>
            <ac:picMk id="94" creationId="{9D4C96C7-2190-F084-7FDB-8E3ADFA0337B}"/>
          </ac:picMkLst>
        </pc:picChg>
        <pc:picChg chg="add del mod">
          <ac:chgData name="Abichal Paudel" userId="268c3f4ef9724049" providerId="LiveId" clId="{0B669F28-8940-4B80-BAC4-858AC3F79604}" dt="2026-09-09T13:58:34.243" v="671"/>
          <ac:picMkLst>
            <pc:docMk/>
            <pc:sldMk cId="4261739583" sldId="256"/>
            <ac:picMk id="95" creationId="{50ABC66B-8474-CA8E-13A9-24C346AB4496}"/>
          </ac:picMkLst>
        </pc:picChg>
        <pc:picChg chg="add del mod">
          <ac:chgData name="Abichal Paudel" userId="268c3f4ef9724049" providerId="LiveId" clId="{0B669F28-8940-4B80-BAC4-858AC3F79604}" dt="2026-09-09T13:58:34.243" v="671"/>
          <ac:picMkLst>
            <pc:docMk/>
            <pc:sldMk cId="4261739583" sldId="256"/>
            <ac:picMk id="96" creationId="{A39DC8BA-D31E-2A31-D549-73C295795E24}"/>
          </ac:picMkLst>
        </pc:picChg>
        <pc:picChg chg="add del mod">
          <ac:chgData name="Abichal Paudel" userId="268c3f4ef9724049" providerId="LiveId" clId="{0B669F28-8940-4B80-BAC4-858AC3F79604}" dt="2026-09-09T13:58:34.243" v="671"/>
          <ac:picMkLst>
            <pc:docMk/>
            <pc:sldMk cId="4261739583" sldId="256"/>
            <ac:picMk id="97" creationId="{36A0BBE6-D331-7C10-92D5-A14782C71DFA}"/>
          </ac:picMkLst>
        </pc:picChg>
        <pc:picChg chg="add del mod ord">
          <ac:chgData name="Abichal Paudel" userId="268c3f4ef9724049" providerId="LiveId" clId="{0B669F28-8940-4B80-BAC4-858AC3F79604}" dt="2026-09-09T13:59:27.333" v="672"/>
          <ac:picMkLst>
            <pc:docMk/>
            <pc:sldMk cId="4261739583" sldId="256"/>
            <ac:picMk id="98" creationId="{757A9D86-678E-BBAA-A128-BAEF0B33C858}"/>
          </ac:picMkLst>
        </pc:picChg>
        <pc:picChg chg="add del mod ord">
          <ac:chgData name="Abichal Paudel" userId="268c3f4ef9724049" providerId="LiveId" clId="{0B669F28-8940-4B80-BAC4-858AC3F79604}" dt="2026-09-09T13:59:27.333" v="672"/>
          <ac:picMkLst>
            <pc:docMk/>
            <pc:sldMk cId="4261739583" sldId="256"/>
            <ac:picMk id="99" creationId="{E05E71C0-07B3-9626-C4E4-A37BF74C8D5A}"/>
          </ac:picMkLst>
        </pc:picChg>
        <pc:picChg chg="add del mod ord">
          <ac:chgData name="Abichal Paudel" userId="268c3f4ef9724049" providerId="LiveId" clId="{0B669F28-8940-4B80-BAC4-858AC3F79604}" dt="2026-09-09T13:59:27.333" v="672"/>
          <ac:picMkLst>
            <pc:docMk/>
            <pc:sldMk cId="4261739583" sldId="256"/>
            <ac:picMk id="100" creationId="{3CC13F1B-FC79-D76C-75FC-C4D8A6A349EF}"/>
          </ac:picMkLst>
        </pc:picChg>
        <pc:picChg chg="add del mod ord">
          <ac:chgData name="Abichal Paudel" userId="268c3f4ef9724049" providerId="LiveId" clId="{0B669F28-8940-4B80-BAC4-858AC3F79604}" dt="2026-09-09T13:59:27.333" v="672"/>
          <ac:picMkLst>
            <pc:docMk/>
            <pc:sldMk cId="4261739583" sldId="256"/>
            <ac:picMk id="101" creationId="{8867C436-22C4-9B0F-FCF5-8743040DF795}"/>
          </ac:picMkLst>
        </pc:picChg>
        <pc:picChg chg="add del mod ord">
          <ac:chgData name="Abichal Paudel" userId="268c3f4ef9724049" providerId="LiveId" clId="{0B669F28-8940-4B80-BAC4-858AC3F79604}" dt="2026-09-09T13:59:27.333" v="672"/>
          <ac:picMkLst>
            <pc:docMk/>
            <pc:sldMk cId="4261739583" sldId="256"/>
            <ac:picMk id="102" creationId="{6BF805D6-CC7B-D42C-0E52-689D0EA0D2E3}"/>
          </ac:picMkLst>
        </pc:picChg>
        <pc:picChg chg="add del mod">
          <ac:chgData name="Abichal Paudel" userId="268c3f4ef9724049" providerId="LiveId" clId="{0B669F28-8940-4B80-BAC4-858AC3F79604}" dt="2026-09-09T13:59:48.130" v="682"/>
          <ac:picMkLst>
            <pc:docMk/>
            <pc:sldMk cId="4261739583" sldId="256"/>
            <ac:picMk id="103" creationId="{B76AB810-F63D-F891-94DA-2C28773BAF6E}"/>
          </ac:picMkLst>
        </pc:picChg>
        <pc:picChg chg="add del mod">
          <ac:chgData name="Abichal Paudel" userId="268c3f4ef9724049" providerId="LiveId" clId="{0B669F28-8940-4B80-BAC4-858AC3F79604}" dt="2026-09-09T13:59:48.130" v="682"/>
          <ac:picMkLst>
            <pc:docMk/>
            <pc:sldMk cId="4261739583" sldId="256"/>
            <ac:picMk id="104" creationId="{2F964B46-F0F2-BBA5-7C86-3DDF1A8FF756}"/>
          </ac:picMkLst>
        </pc:picChg>
        <pc:picChg chg="add del mod">
          <ac:chgData name="Abichal Paudel" userId="268c3f4ef9724049" providerId="LiveId" clId="{0B669F28-8940-4B80-BAC4-858AC3F79604}" dt="2026-09-09T13:59:48.130" v="682"/>
          <ac:picMkLst>
            <pc:docMk/>
            <pc:sldMk cId="4261739583" sldId="256"/>
            <ac:picMk id="105" creationId="{5C9536D7-69B2-F582-A90F-61930DC9E418}"/>
          </ac:picMkLst>
        </pc:picChg>
        <pc:picChg chg="add del mod">
          <ac:chgData name="Abichal Paudel" userId="268c3f4ef9724049" providerId="LiveId" clId="{0B669F28-8940-4B80-BAC4-858AC3F79604}" dt="2026-09-09T13:59:48.130" v="682"/>
          <ac:picMkLst>
            <pc:docMk/>
            <pc:sldMk cId="4261739583" sldId="256"/>
            <ac:picMk id="106" creationId="{6EBF7252-DD60-1E06-FFC3-F2DB5C0578E8}"/>
          </ac:picMkLst>
        </pc:picChg>
        <pc:picChg chg="add del mod">
          <ac:chgData name="Abichal Paudel" userId="268c3f4ef9724049" providerId="LiveId" clId="{0B669F28-8940-4B80-BAC4-858AC3F79604}" dt="2026-09-09T13:59:48.130" v="682"/>
          <ac:picMkLst>
            <pc:docMk/>
            <pc:sldMk cId="4261739583" sldId="256"/>
            <ac:picMk id="107" creationId="{B97C96D6-8EB5-C82C-2D45-589EDCAB132C}"/>
          </ac:picMkLst>
        </pc:picChg>
        <pc:picChg chg="add del mod ord">
          <ac:chgData name="Abichal Paudel" userId="268c3f4ef9724049" providerId="LiveId" clId="{0B669F28-8940-4B80-BAC4-858AC3F79604}" dt="2026-09-09T14:04:22.719" v="683"/>
          <ac:picMkLst>
            <pc:docMk/>
            <pc:sldMk cId="4261739583" sldId="256"/>
            <ac:picMk id="108" creationId="{2744F0FC-6D5B-0CEC-C377-B05056C5D515}"/>
          </ac:picMkLst>
        </pc:picChg>
        <pc:picChg chg="add del mod ord">
          <ac:chgData name="Abichal Paudel" userId="268c3f4ef9724049" providerId="LiveId" clId="{0B669F28-8940-4B80-BAC4-858AC3F79604}" dt="2026-09-09T14:04:22.719" v="683"/>
          <ac:picMkLst>
            <pc:docMk/>
            <pc:sldMk cId="4261739583" sldId="256"/>
            <ac:picMk id="109" creationId="{DCC15CB1-7442-AD27-58A3-F7AB5E1BAA81}"/>
          </ac:picMkLst>
        </pc:picChg>
        <pc:picChg chg="add del mod ord">
          <ac:chgData name="Abichal Paudel" userId="268c3f4ef9724049" providerId="LiveId" clId="{0B669F28-8940-4B80-BAC4-858AC3F79604}" dt="2026-09-09T14:04:22.719" v="683"/>
          <ac:picMkLst>
            <pc:docMk/>
            <pc:sldMk cId="4261739583" sldId="256"/>
            <ac:picMk id="110" creationId="{55E47537-C8D2-6F93-6454-E38E3E260520}"/>
          </ac:picMkLst>
        </pc:picChg>
        <pc:picChg chg="add del mod ord">
          <ac:chgData name="Abichal Paudel" userId="268c3f4ef9724049" providerId="LiveId" clId="{0B669F28-8940-4B80-BAC4-858AC3F79604}" dt="2026-09-09T14:04:22.719" v="683"/>
          <ac:picMkLst>
            <pc:docMk/>
            <pc:sldMk cId="4261739583" sldId="256"/>
            <ac:picMk id="111" creationId="{9800CD7E-080A-84C9-F1C4-D1E53EBE972D}"/>
          </ac:picMkLst>
        </pc:picChg>
        <pc:picChg chg="add del mod ord">
          <ac:chgData name="Abichal Paudel" userId="268c3f4ef9724049" providerId="LiveId" clId="{0B669F28-8940-4B80-BAC4-858AC3F79604}" dt="2026-09-09T14:04:22.719" v="683"/>
          <ac:picMkLst>
            <pc:docMk/>
            <pc:sldMk cId="4261739583" sldId="256"/>
            <ac:picMk id="112" creationId="{F8B73BE5-5733-1759-8C97-23918DB2CEF8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4261739583" sldId="256"/>
            <ac:picMk id="113" creationId="{391C2255-F5AD-9D24-B726-700035AF99F5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4261739583" sldId="256"/>
            <ac:picMk id="114" creationId="{F7388148-6B88-94E7-8A69-F11A567DFFB0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4261739583" sldId="256"/>
            <ac:picMk id="115" creationId="{35D811C2-A59A-6DE6-6A55-9C797D2E200B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4261739583" sldId="256"/>
            <ac:picMk id="116" creationId="{2203C5C9-CE94-12AA-3D1F-32421DB749B0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4261739583" sldId="256"/>
            <ac:picMk id="117" creationId="{CECBB4AB-70DF-F1B2-8307-F47E6687ABAA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4261739583" sldId="256"/>
            <ac:picMk id="133" creationId="{3442B5B9-217A-8A97-9806-8F2823EAE330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4261739583" sldId="256"/>
            <ac:picMk id="134" creationId="{605830FA-1FDE-DBA9-8431-88662D7FF0E1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4261739583" sldId="256"/>
            <ac:picMk id="135" creationId="{8F539025-0C7E-E504-0215-B7ECC3898119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4261739583" sldId="256"/>
            <ac:picMk id="136" creationId="{7AA079D4-77DE-E219-A22C-4E2FCEC34A97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4261739583" sldId="256"/>
            <ac:picMk id="137" creationId="{A3FECD20-517C-58B9-AD38-A49EAEB35518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4261739583" sldId="256"/>
            <ac:picMk id="138" creationId="{B06FFAB9-2D31-E7FE-6850-AAC640B494E4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4261739583" sldId="256"/>
            <ac:picMk id="139" creationId="{335A829F-B582-BFCA-C618-EB83BF6D3EE5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4261739583" sldId="256"/>
            <ac:picMk id="140" creationId="{BE12BBF1-C5DA-CABB-F61B-0C17074F0791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4261739583" sldId="256"/>
            <ac:picMk id="141" creationId="{D306ACEF-41C3-588C-3E4E-B02F440C5986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4261739583" sldId="256"/>
            <ac:picMk id="142" creationId="{07FB7747-8E81-4027-DCCA-9E2813683679}"/>
          </ac:picMkLst>
        </pc:picChg>
        <pc:picChg chg="add del mod ord">
          <ac:chgData name="Abichal Paudel" userId="268c3f4ef9724049" providerId="LiveId" clId="{0B669F28-8940-4B80-BAC4-858AC3F79604}" dt="2026-09-09T14:24:31.760" v="741"/>
          <ac:picMkLst>
            <pc:docMk/>
            <pc:sldMk cId="4261739583" sldId="256"/>
            <ac:picMk id="143" creationId="{BF8537A1-1BCE-2D13-C035-539B551F9CFD}"/>
          </ac:picMkLst>
        </pc:picChg>
        <pc:picChg chg="add del mod ord">
          <ac:chgData name="Abichal Paudel" userId="268c3f4ef9724049" providerId="LiveId" clId="{0B669F28-8940-4B80-BAC4-858AC3F79604}" dt="2026-09-09T14:24:31.760" v="741"/>
          <ac:picMkLst>
            <pc:docMk/>
            <pc:sldMk cId="4261739583" sldId="256"/>
            <ac:picMk id="144" creationId="{BBFF47E7-B9ED-90F0-0882-4A4F2E0AFE8C}"/>
          </ac:picMkLst>
        </pc:picChg>
        <pc:picChg chg="add del mod ord">
          <ac:chgData name="Abichal Paudel" userId="268c3f4ef9724049" providerId="LiveId" clId="{0B669F28-8940-4B80-BAC4-858AC3F79604}" dt="2026-09-09T14:24:31.760" v="741"/>
          <ac:picMkLst>
            <pc:docMk/>
            <pc:sldMk cId="4261739583" sldId="256"/>
            <ac:picMk id="145" creationId="{09F05208-1D4B-369F-FFDC-BF088A6D4597}"/>
          </ac:picMkLst>
        </pc:picChg>
        <pc:picChg chg="add del mod ord">
          <ac:chgData name="Abichal Paudel" userId="268c3f4ef9724049" providerId="LiveId" clId="{0B669F28-8940-4B80-BAC4-858AC3F79604}" dt="2026-09-09T14:24:31.760" v="741"/>
          <ac:picMkLst>
            <pc:docMk/>
            <pc:sldMk cId="4261739583" sldId="256"/>
            <ac:picMk id="146" creationId="{B0E48112-A505-41A5-D107-673136A835FB}"/>
          </ac:picMkLst>
        </pc:picChg>
        <pc:picChg chg="add del mod ord">
          <ac:chgData name="Abichal Paudel" userId="268c3f4ef9724049" providerId="LiveId" clId="{0B669F28-8940-4B80-BAC4-858AC3F79604}" dt="2026-09-09T14:24:31.760" v="741"/>
          <ac:picMkLst>
            <pc:docMk/>
            <pc:sldMk cId="4261739583" sldId="256"/>
            <ac:picMk id="147" creationId="{9C7492F7-A27D-D471-1250-21C96B968BD5}"/>
          </ac:picMkLst>
        </pc:picChg>
        <pc:picChg chg="add del mod">
          <ac:chgData name="Abichal Paudel" userId="268c3f4ef9724049" providerId="LiveId" clId="{0B669F28-8940-4B80-BAC4-858AC3F79604}" dt="2026-09-09T14:24:36.545" v="756"/>
          <ac:picMkLst>
            <pc:docMk/>
            <pc:sldMk cId="4261739583" sldId="256"/>
            <ac:picMk id="148" creationId="{469D79C4-403F-DEF7-F6B0-51146DA5D645}"/>
          </ac:picMkLst>
        </pc:picChg>
        <pc:picChg chg="add del mod">
          <ac:chgData name="Abichal Paudel" userId="268c3f4ef9724049" providerId="LiveId" clId="{0B669F28-8940-4B80-BAC4-858AC3F79604}" dt="2026-09-09T14:24:36.545" v="756"/>
          <ac:picMkLst>
            <pc:docMk/>
            <pc:sldMk cId="4261739583" sldId="256"/>
            <ac:picMk id="149" creationId="{1033058B-D2EA-D0FB-8305-EF60D124DFE4}"/>
          </ac:picMkLst>
        </pc:picChg>
        <pc:picChg chg="add del mod">
          <ac:chgData name="Abichal Paudel" userId="268c3f4ef9724049" providerId="LiveId" clId="{0B669F28-8940-4B80-BAC4-858AC3F79604}" dt="2026-09-09T14:24:36.545" v="756"/>
          <ac:picMkLst>
            <pc:docMk/>
            <pc:sldMk cId="4261739583" sldId="256"/>
            <ac:picMk id="150" creationId="{8A0C0BA7-55B2-6748-0470-4ACD62102ECD}"/>
          </ac:picMkLst>
        </pc:picChg>
        <pc:picChg chg="add del mod">
          <ac:chgData name="Abichal Paudel" userId="268c3f4ef9724049" providerId="LiveId" clId="{0B669F28-8940-4B80-BAC4-858AC3F79604}" dt="2026-09-09T14:24:36.545" v="756"/>
          <ac:picMkLst>
            <pc:docMk/>
            <pc:sldMk cId="4261739583" sldId="256"/>
            <ac:picMk id="151" creationId="{C70FF159-CF48-6994-5364-C92C5D5253EA}"/>
          </ac:picMkLst>
        </pc:picChg>
        <pc:picChg chg="add del mod">
          <ac:chgData name="Abichal Paudel" userId="268c3f4ef9724049" providerId="LiveId" clId="{0B669F28-8940-4B80-BAC4-858AC3F79604}" dt="2026-09-09T14:24:36.545" v="756"/>
          <ac:picMkLst>
            <pc:docMk/>
            <pc:sldMk cId="4261739583" sldId="256"/>
            <ac:picMk id="152" creationId="{6F2EE423-9325-8EAD-F522-59C3868EF48F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4261739583" sldId="256"/>
            <ac:picMk id="153" creationId="{03C2E277-443B-CFB5-7013-E5755EAE87E0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4261739583" sldId="256"/>
            <ac:picMk id="154" creationId="{D5D7B07D-2613-4518-E8F0-E57406FB50F7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4261739583" sldId="256"/>
            <ac:picMk id="155" creationId="{A3460E60-E5D0-0C99-E727-B2B61BBFC6E8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4261739583" sldId="256"/>
            <ac:picMk id="156" creationId="{72D3559F-8D2E-D3C8-5C20-0EBD30F7330D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4261739583" sldId="256"/>
            <ac:picMk id="157" creationId="{BDEE7C45-F0DE-2F0B-8DFF-5CB766AF2FD6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4261739583" sldId="256"/>
            <ac:picMk id="158" creationId="{A65B0AC8-A19D-FBE2-A899-AC5C85097A06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4261739583" sldId="256"/>
            <ac:picMk id="159" creationId="{2D322E9E-5996-9405-5435-B3E59205F0E5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4261739583" sldId="256"/>
            <ac:picMk id="160" creationId="{B68C889F-A57A-FFCD-1533-0270570CE9E6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4261739583" sldId="256"/>
            <ac:picMk id="161" creationId="{B38A164D-C860-719D-FC30-D8B2F30E4AAB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4261739583" sldId="256"/>
            <ac:picMk id="162" creationId="{93E3B41B-A8C8-CDFD-6938-27900A244A59}"/>
          </ac:picMkLst>
        </pc:picChg>
        <pc:picChg chg="add del mod ord">
          <ac:chgData name="Abichal Paudel" userId="268c3f4ef9724049" providerId="LiveId" clId="{0B669F28-8940-4B80-BAC4-858AC3F79604}" dt="2026-09-09T14:34:23.749" v="780"/>
          <ac:picMkLst>
            <pc:docMk/>
            <pc:sldMk cId="4261739583" sldId="256"/>
            <ac:picMk id="163" creationId="{21D44512-ECFB-72FD-C7C3-C3001845FA44}"/>
          </ac:picMkLst>
        </pc:picChg>
        <pc:picChg chg="add del mod ord">
          <ac:chgData name="Abichal Paudel" userId="268c3f4ef9724049" providerId="LiveId" clId="{0B669F28-8940-4B80-BAC4-858AC3F79604}" dt="2026-09-09T14:34:23.749" v="780"/>
          <ac:picMkLst>
            <pc:docMk/>
            <pc:sldMk cId="4261739583" sldId="256"/>
            <ac:picMk id="164" creationId="{CAE19547-7786-6C7E-BE0A-33C60598726C}"/>
          </ac:picMkLst>
        </pc:picChg>
        <pc:picChg chg="add del mod ord">
          <ac:chgData name="Abichal Paudel" userId="268c3f4ef9724049" providerId="LiveId" clId="{0B669F28-8940-4B80-BAC4-858AC3F79604}" dt="2026-09-09T14:34:23.749" v="780"/>
          <ac:picMkLst>
            <pc:docMk/>
            <pc:sldMk cId="4261739583" sldId="256"/>
            <ac:picMk id="165" creationId="{CF496CE0-286D-8C73-DBE9-AB0DC62EE16E}"/>
          </ac:picMkLst>
        </pc:picChg>
        <pc:picChg chg="add del mod ord">
          <ac:chgData name="Abichal Paudel" userId="268c3f4ef9724049" providerId="LiveId" clId="{0B669F28-8940-4B80-BAC4-858AC3F79604}" dt="2026-09-09T14:34:23.749" v="780"/>
          <ac:picMkLst>
            <pc:docMk/>
            <pc:sldMk cId="4261739583" sldId="256"/>
            <ac:picMk id="166" creationId="{2769C62F-DE00-6DCB-0BA4-F230C472B3E2}"/>
          </ac:picMkLst>
        </pc:picChg>
        <pc:picChg chg="add del mod ord">
          <ac:chgData name="Abichal Paudel" userId="268c3f4ef9724049" providerId="LiveId" clId="{0B669F28-8940-4B80-BAC4-858AC3F79604}" dt="2026-09-09T14:34:23.749" v="780"/>
          <ac:picMkLst>
            <pc:docMk/>
            <pc:sldMk cId="4261739583" sldId="256"/>
            <ac:picMk id="167" creationId="{F97B2CB4-0CFC-0D45-4EA1-273079A8F853}"/>
          </ac:picMkLst>
        </pc:picChg>
        <pc:picChg chg="add del mod">
          <ac:chgData name="Abichal Paudel" userId="268c3f4ef9724049" providerId="LiveId" clId="{0B669F28-8940-4B80-BAC4-858AC3F79604}" dt="2026-09-09T14:34:32.574" v="788"/>
          <ac:picMkLst>
            <pc:docMk/>
            <pc:sldMk cId="4261739583" sldId="256"/>
            <ac:picMk id="168" creationId="{84769421-C596-A02C-4DEF-1842FCBB60A7}"/>
          </ac:picMkLst>
        </pc:picChg>
        <pc:picChg chg="add del mod">
          <ac:chgData name="Abichal Paudel" userId="268c3f4ef9724049" providerId="LiveId" clId="{0B669F28-8940-4B80-BAC4-858AC3F79604}" dt="2026-09-09T14:34:32.574" v="788"/>
          <ac:picMkLst>
            <pc:docMk/>
            <pc:sldMk cId="4261739583" sldId="256"/>
            <ac:picMk id="169" creationId="{327045BA-0E17-775D-2023-5AD9A5D3E4DD}"/>
          </ac:picMkLst>
        </pc:picChg>
        <pc:picChg chg="add del mod">
          <ac:chgData name="Abichal Paudel" userId="268c3f4ef9724049" providerId="LiveId" clId="{0B669F28-8940-4B80-BAC4-858AC3F79604}" dt="2026-09-09T14:34:32.574" v="788"/>
          <ac:picMkLst>
            <pc:docMk/>
            <pc:sldMk cId="4261739583" sldId="256"/>
            <ac:picMk id="170" creationId="{A8390C1E-1569-FC72-C9D0-3855CBEE0535}"/>
          </ac:picMkLst>
        </pc:picChg>
        <pc:picChg chg="add del mod">
          <ac:chgData name="Abichal Paudel" userId="268c3f4ef9724049" providerId="LiveId" clId="{0B669F28-8940-4B80-BAC4-858AC3F79604}" dt="2026-09-09T14:34:32.574" v="788"/>
          <ac:picMkLst>
            <pc:docMk/>
            <pc:sldMk cId="4261739583" sldId="256"/>
            <ac:picMk id="171" creationId="{A66B70CA-88BF-9056-0F29-B730831F99D9}"/>
          </ac:picMkLst>
        </pc:picChg>
        <pc:picChg chg="add del mod">
          <ac:chgData name="Abichal Paudel" userId="268c3f4ef9724049" providerId="LiveId" clId="{0B669F28-8940-4B80-BAC4-858AC3F79604}" dt="2026-09-09T14:34:32.574" v="788"/>
          <ac:picMkLst>
            <pc:docMk/>
            <pc:sldMk cId="4261739583" sldId="256"/>
            <ac:picMk id="172" creationId="{BDDC21A5-A948-1825-F034-5F9B60C5A459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4261739583" sldId="256"/>
            <ac:picMk id="173" creationId="{852E4500-CB25-F68F-3CDE-AE83A5A09D36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4261739583" sldId="256"/>
            <ac:picMk id="174" creationId="{08C27A75-C934-DD82-5E8D-FB63584E6F63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4261739583" sldId="256"/>
            <ac:picMk id="175" creationId="{97249F01-0986-5AD9-8070-317A4AD82965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4261739583" sldId="256"/>
            <ac:picMk id="176" creationId="{AD6C5AF8-20A7-C881-4D27-273F072AD0F7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4261739583" sldId="256"/>
            <ac:picMk id="177" creationId="{98916014-8ACF-57BF-E035-96152689FC53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4261739583" sldId="256"/>
            <ac:picMk id="178" creationId="{25E1D073-9507-0BDD-5E68-0E2110EB2237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4261739583" sldId="256"/>
            <ac:picMk id="179" creationId="{A119A1B7-67B0-8144-BBDB-B0AA6A083B95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4261739583" sldId="256"/>
            <ac:picMk id="180" creationId="{63F7F856-69F8-C84F-58D0-A31BF0786DFD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4261739583" sldId="256"/>
            <ac:picMk id="181" creationId="{02F8F403-8B4C-3FDA-0152-4810469D1E7F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4261739583" sldId="256"/>
            <ac:picMk id="182" creationId="{ACE22BE9-AA4B-FAB8-F903-028FCAF378F2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4261739583" sldId="256"/>
            <ac:picMk id="183" creationId="{7485F543-1A00-681B-8A3B-41FD734EBC8D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4261739583" sldId="256"/>
            <ac:picMk id="184" creationId="{9E7529AA-FEDA-A1F3-FC43-DFE73EF9D132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4261739583" sldId="256"/>
            <ac:picMk id="185" creationId="{BB2EED90-D0B0-A5E9-FC0F-1A551F8C1FED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4261739583" sldId="256"/>
            <ac:picMk id="186" creationId="{47CE8C8B-9498-985E-373C-0437EF9429C6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4261739583" sldId="256"/>
            <ac:picMk id="187" creationId="{3F13ABB3-2BBD-4EF8-822E-7C62AFFC4B5C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4261739583" sldId="256"/>
            <ac:picMk id="188" creationId="{0EDFB112-D6C1-12BE-D1F1-7D4D140C690A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4261739583" sldId="256"/>
            <ac:picMk id="189" creationId="{A3E3AC47-B13C-5067-5868-6BE61A74E5F7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4261739583" sldId="256"/>
            <ac:picMk id="190" creationId="{98FEA4D9-742D-B39D-639A-91AC4990E9A9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4261739583" sldId="256"/>
            <ac:picMk id="191" creationId="{D5F59D0B-BB5A-688F-285C-915A20E522FF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4261739583" sldId="256"/>
            <ac:picMk id="192" creationId="{F00EFA3F-6DF9-98B4-208A-B095B9E835A0}"/>
          </ac:picMkLst>
        </pc:picChg>
      </pc:sldChg>
      <pc:sldChg chg="addSp delSp modSp mod modTransition modAnim">
        <pc:chgData name="Abichal Paudel" userId="268c3f4ef9724049" providerId="LiveId" clId="{0B669F28-8940-4B80-BAC4-858AC3F79604}" dt="2026-09-09T14:51:36.164" v="817"/>
        <pc:sldMkLst>
          <pc:docMk/>
          <pc:sldMk cId="354304727" sldId="258"/>
        </pc:sldMkLst>
        <pc:picChg chg="add del mod">
          <ac:chgData name="Abichal Paudel" userId="268c3f4ef9724049" providerId="LiveId" clId="{0B669F28-8940-4B80-BAC4-858AC3F79604}" dt="2026-09-09T13:15:38.709" v="599"/>
          <ac:picMkLst>
            <pc:docMk/>
            <pc:sldMk cId="354304727" sldId="258"/>
            <ac:picMk id="4" creationId="{EBCA1BED-BD0A-0CC3-5BEB-114A13D135F2}"/>
          </ac:picMkLst>
        </pc:picChg>
        <pc:picChg chg="add del mod">
          <ac:chgData name="Abichal Paudel" userId="268c3f4ef9724049" providerId="LiveId" clId="{0B669F28-8940-4B80-BAC4-858AC3F79604}" dt="2026-09-09T13:33:36.077" v="610"/>
          <ac:picMkLst>
            <pc:docMk/>
            <pc:sldMk cId="354304727" sldId="258"/>
            <ac:picMk id="5" creationId="{124F9880-D84C-DDE8-AF09-C717ED5BB819}"/>
          </ac:picMkLst>
        </pc:picChg>
        <pc:picChg chg="add del mod">
          <ac:chgData name="Abichal Paudel" userId="268c3f4ef9724049" providerId="LiveId" clId="{0B669F28-8940-4B80-BAC4-858AC3F79604}" dt="2026-09-09T13:35:23.707" v="611"/>
          <ac:picMkLst>
            <pc:docMk/>
            <pc:sldMk cId="354304727" sldId="258"/>
            <ac:picMk id="9" creationId="{387DC508-4107-2251-C4CE-7FAEAE7248BC}"/>
          </ac:picMkLst>
        </pc:picChg>
        <pc:picChg chg="add del mod ord">
          <ac:chgData name="Abichal Paudel" userId="268c3f4ef9724049" providerId="LiveId" clId="{0B669F28-8940-4B80-BAC4-858AC3F79604}" dt="2026-09-09T13:35:23.707" v="611"/>
          <ac:picMkLst>
            <pc:docMk/>
            <pc:sldMk cId="354304727" sldId="258"/>
            <ac:picMk id="12" creationId="{E09A0DDB-EDF9-AE09-2336-4AD32A003BD9}"/>
          </ac:picMkLst>
        </pc:picChg>
        <pc:picChg chg="add del mod">
          <ac:chgData name="Abichal Paudel" userId="268c3f4ef9724049" providerId="LiveId" clId="{0B669F28-8940-4B80-BAC4-858AC3F79604}" dt="2026-09-09T13:35:36.135" v="620"/>
          <ac:picMkLst>
            <pc:docMk/>
            <pc:sldMk cId="354304727" sldId="258"/>
            <ac:picMk id="13" creationId="{99276A3D-CA49-CEC8-F2DC-69E2BBAC316C}"/>
          </ac:picMkLst>
        </pc:picChg>
        <pc:picChg chg="add del mod">
          <ac:chgData name="Abichal Paudel" userId="268c3f4ef9724049" providerId="LiveId" clId="{0B669F28-8940-4B80-BAC4-858AC3F79604}" dt="2026-09-09T13:35:36.135" v="620"/>
          <ac:picMkLst>
            <pc:docMk/>
            <pc:sldMk cId="354304727" sldId="258"/>
            <ac:picMk id="14" creationId="{D24072B3-C83D-A1B3-EE96-0C152B1C8281}"/>
          </ac:picMkLst>
        </pc:picChg>
        <pc:picChg chg="add del mod ord">
          <ac:chgData name="Abichal Paudel" userId="268c3f4ef9724049" providerId="LiveId" clId="{0B669F28-8940-4B80-BAC4-858AC3F79604}" dt="2026-09-09T13:40:38.713" v="627"/>
          <ac:picMkLst>
            <pc:docMk/>
            <pc:sldMk cId="354304727" sldId="258"/>
            <ac:picMk id="17" creationId="{177DBF4A-FD73-058E-C95E-CA36A7CD0F78}"/>
          </ac:picMkLst>
        </pc:picChg>
        <pc:picChg chg="add del mod ord">
          <ac:chgData name="Abichal Paudel" userId="268c3f4ef9724049" providerId="LiveId" clId="{0B669F28-8940-4B80-BAC4-858AC3F79604}" dt="2026-09-09T13:40:38.713" v="627"/>
          <ac:picMkLst>
            <pc:docMk/>
            <pc:sldMk cId="354304727" sldId="258"/>
            <ac:picMk id="18" creationId="{B8DE3BC6-8267-667C-293C-B52D14DF2FA6}"/>
          </ac:picMkLst>
        </pc:picChg>
        <pc:picChg chg="add del mod">
          <ac:chgData name="Abichal Paudel" userId="268c3f4ef9724049" providerId="LiveId" clId="{0B669F28-8940-4B80-BAC4-858AC3F79604}" dt="2026-09-09T13:56:01.839" v="642"/>
          <ac:picMkLst>
            <pc:docMk/>
            <pc:sldMk cId="354304727" sldId="258"/>
            <ac:picMk id="19" creationId="{D75300DD-1551-E13D-8CB2-E95F359C6FE6}"/>
          </ac:picMkLst>
        </pc:picChg>
        <pc:picChg chg="add del mod">
          <ac:chgData name="Abichal Paudel" userId="268c3f4ef9724049" providerId="LiveId" clId="{0B669F28-8940-4B80-BAC4-858AC3F79604}" dt="2026-09-09T13:56:01.839" v="642"/>
          <ac:picMkLst>
            <pc:docMk/>
            <pc:sldMk cId="354304727" sldId="258"/>
            <ac:picMk id="20" creationId="{05C87274-674F-AAF5-A52E-51D83085456E}"/>
          </ac:picMkLst>
        </pc:picChg>
        <pc:picChg chg="add del mod ord">
          <ac:chgData name="Abichal Paudel" userId="268c3f4ef9724049" providerId="LiveId" clId="{0B669F28-8940-4B80-BAC4-858AC3F79604}" dt="2026-09-09T13:56:45.627" v="643"/>
          <ac:picMkLst>
            <pc:docMk/>
            <pc:sldMk cId="354304727" sldId="258"/>
            <ac:picMk id="23" creationId="{0356EE86-8576-6F30-D8F2-BABDA37299B1}"/>
          </ac:picMkLst>
        </pc:picChg>
        <pc:picChg chg="add del mod ord">
          <ac:chgData name="Abichal Paudel" userId="268c3f4ef9724049" providerId="LiveId" clId="{0B669F28-8940-4B80-BAC4-858AC3F79604}" dt="2026-09-09T13:56:45.627" v="643"/>
          <ac:picMkLst>
            <pc:docMk/>
            <pc:sldMk cId="354304727" sldId="258"/>
            <ac:picMk id="24" creationId="{C707D15E-09D7-A1F7-AEBF-47CE12085035}"/>
          </ac:picMkLst>
        </pc:picChg>
        <pc:picChg chg="add del mod">
          <ac:chgData name="Abichal Paudel" userId="268c3f4ef9724049" providerId="LiveId" clId="{0B669F28-8940-4B80-BAC4-858AC3F79604}" dt="2026-09-09T13:57:01.590" v="653"/>
          <ac:picMkLst>
            <pc:docMk/>
            <pc:sldMk cId="354304727" sldId="258"/>
            <ac:picMk id="25" creationId="{8AF5025A-1707-CB4D-D625-7C7080FB05D1}"/>
          </ac:picMkLst>
        </pc:picChg>
        <pc:picChg chg="add del mod">
          <ac:chgData name="Abichal Paudel" userId="268c3f4ef9724049" providerId="LiveId" clId="{0B669F28-8940-4B80-BAC4-858AC3F79604}" dt="2026-09-09T13:57:01.590" v="653"/>
          <ac:picMkLst>
            <pc:docMk/>
            <pc:sldMk cId="354304727" sldId="258"/>
            <ac:picMk id="26" creationId="{D638F94D-EAAF-FAFC-E7BE-E4DECC91C1C2}"/>
          </ac:picMkLst>
        </pc:picChg>
        <pc:picChg chg="add del mod ord">
          <ac:chgData name="Abichal Paudel" userId="268c3f4ef9724049" providerId="LiveId" clId="{0B669F28-8940-4B80-BAC4-858AC3F79604}" dt="2026-09-09T13:57:24.282" v="654"/>
          <ac:picMkLst>
            <pc:docMk/>
            <pc:sldMk cId="354304727" sldId="258"/>
            <ac:picMk id="29" creationId="{6552CF1F-13B0-0E15-B71A-48954FE282BE}"/>
          </ac:picMkLst>
        </pc:picChg>
        <pc:picChg chg="add del mod ord">
          <ac:chgData name="Abichal Paudel" userId="268c3f4ef9724049" providerId="LiveId" clId="{0B669F28-8940-4B80-BAC4-858AC3F79604}" dt="2026-09-09T13:57:24.282" v="654"/>
          <ac:picMkLst>
            <pc:docMk/>
            <pc:sldMk cId="354304727" sldId="258"/>
            <ac:picMk id="30" creationId="{5BBE8B09-A0B4-F082-47EA-F90EA00803A8}"/>
          </ac:picMkLst>
        </pc:picChg>
        <pc:picChg chg="add del mod">
          <ac:chgData name="Abichal Paudel" userId="268c3f4ef9724049" providerId="LiveId" clId="{0B669F28-8940-4B80-BAC4-858AC3F79604}" dt="2026-09-09T13:57:39.839" v="662"/>
          <ac:picMkLst>
            <pc:docMk/>
            <pc:sldMk cId="354304727" sldId="258"/>
            <ac:picMk id="31" creationId="{5B4AEA98-8619-1182-85B5-BF0C466C49EE}"/>
          </ac:picMkLst>
        </pc:picChg>
        <pc:picChg chg="add del mod">
          <ac:chgData name="Abichal Paudel" userId="268c3f4ef9724049" providerId="LiveId" clId="{0B669F28-8940-4B80-BAC4-858AC3F79604}" dt="2026-09-09T13:57:39.839" v="662"/>
          <ac:picMkLst>
            <pc:docMk/>
            <pc:sldMk cId="354304727" sldId="258"/>
            <ac:picMk id="32" creationId="{5E75CFDF-4F2D-6381-ADAF-C7A9198E10B9}"/>
          </ac:picMkLst>
        </pc:picChg>
        <pc:picChg chg="add del mod ord">
          <ac:chgData name="Abichal Paudel" userId="268c3f4ef9724049" providerId="LiveId" clId="{0B669F28-8940-4B80-BAC4-858AC3F79604}" dt="2026-09-09T13:58:06.377" v="663"/>
          <ac:picMkLst>
            <pc:docMk/>
            <pc:sldMk cId="354304727" sldId="258"/>
            <ac:picMk id="37" creationId="{035819F8-E7D4-794E-62D8-ED45D4AE4582}"/>
          </ac:picMkLst>
        </pc:picChg>
        <pc:picChg chg="add del mod ord">
          <ac:chgData name="Abichal Paudel" userId="268c3f4ef9724049" providerId="LiveId" clId="{0B669F28-8940-4B80-BAC4-858AC3F79604}" dt="2026-09-09T13:58:06.377" v="663"/>
          <ac:picMkLst>
            <pc:docMk/>
            <pc:sldMk cId="354304727" sldId="258"/>
            <ac:picMk id="38" creationId="{B16F7601-33ED-12ED-51AD-5F883EF7DA45}"/>
          </ac:picMkLst>
        </pc:picChg>
        <pc:picChg chg="add del mod">
          <ac:chgData name="Abichal Paudel" userId="268c3f4ef9724049" providerId="LiveId" clId="{0B669F28-8940-4B80-BAC4-858AC3F79604}" dt="2026-09-09T13:58:34.243" v="671"/>
          <ac:picMkLst>
            <pc:docMk/>
            <pc:sldMk cId="354304727" sldId="258"/>
            <ac:picMk id="39" creationId="{36080169-C8CD-B4F6-5622-C9AB84B60D4C}"/>
          </ac:picMkLst>
        </pc:picChg>
        <pc:picChg chg="add del mod">
          <ac:chgData name="Abichal Paudel" userId="268c3f4ef9724049" providerId="LiveId" clId="{0B669F28-8940-4B80-BAC4-858AC3F79604}" dt="2026-09-09T13:58:34.243" v="671"/>
          <ac:picMkLst>
            <pc:docMk/>
            <pc:sldMk cId="354304727" sldId="258"/>
            <ac:picMk id="40" creationId="{C357B5C9-9EF0-615A-4D13-12FBA2B6A12F}"/>
          </ac:picMkLst>
        </pc:picChg>
        <pc:picChg chg="add del mod ord">
          <ac:chgData name="Abichal Paudel" userId="268c3f4ef9724049" providerId="LiveId" clId="{0B669F28-8940-4B80-BAC4-858AC3F79604}" dt="2026-09-09T13:59:27.333" v="672"/>
          <ac:picMkLst>
            <pc:docMk/>
            <pc:sldMk cId="354304727" sldId="258"/>
            <ac:picMk id="45" creationId="{BE375D29-9FF6-6FC1-CA55-CA822C0586D1}"/>
          </ac:picMkLst>
        </pc:picChg>
        <pc:picChg chg="add del mod ord">
          <ac:chgData name="Abichal Paudel" userId="268c3f4ef9724049" providerId="LiveId" clId="{0B669F28-8940-4B80-BAC4-858AC3F79604}" dt="2026-09-09T13:59:27.333" v="672"/>
          <ac:picMkLst>
            <pc:docMk/>
            <pc:sldMk cId="354304727" sldId="258"/>
            <ac:picMk id="46" creationId="{276B91BA-5D63-3150-8D72-37C464C5E149}"/>
          </ac:picMkLst>
        </pc:picChg>
        <pc:picChg chg="add del mod">
          <ac:chgData name="Abichal Paudel" userId="268c3f4ef9724049" providerId="LiveId" clId="{0B669F28-8940-4B80-BAC4-858AC3F79604}" dt="2026-09-09T13:59:48.130" v="682"/>
          <ac:picMkLst>
            <pc:docMk/>
            <pc:sldMk cId="354304727" sldId="258"/>
            <ac:picMk id="47" creationId="{CED8601F-83D6-B707-09DE-0BD44AD89940}"/>
          </ac:picMkLst>
        </pc:picChg>
        <pc:picChg chg="add del mod">
          <ac:chgData name="Abichal Paudel" userId="268c3f4ef9724049" providerId="LiveId" clId="{0B669F28-8940-4B80-BAC4-858AC3F79604}" dt="2026-09-09T13:59:48.130" v="682"/>
          <ac:picMkLst>
            <pc:docMk/>
            <pc:sldMk cId="354304727" sldId="258"/>
            <ac:picMk id="48" creationId="{6A3E8DEF-C62B-7C91-BF2D-C5007610B755}"/>
          </ac:picMkLst>
        </pc:picChg>
        <pc:picChg chg="add del mod ord">
          <ac:chgData name="Abichal Paudel" userId="268c3f4ef9724049" providerId="LiveId" clId="{0B669F28-8940-4B80-BAC4-858AC3F79604}" dt="2026-09-09T14:04:22.719" v="683"/>
          <ac:picMkLst>
            <pc:docMk/>
            <pc:sldMk cId="354304727" sldId="258"/>
            <ac:picMk id="49" creationId="{F832D5CE-B430-FAFC-DFC3-1C59E0ABCFBF}"/>
          </ac:picMkLst>
        </pc:picChg>
        <pc:picChg chg="add del mod ord">
          <ac:chgData name="Abichal Paudel" userId="268c3f4ef9724049" providerId="LiveId" clId="{0B669F28-8940-4B80-BAC4-858AC3F79604}" dt="2026-09-09T14:04:22.719" v="683"/>
          <ac:picMkLst>
            <pc:docMk/>
            <pc:sldMk cId="354304727" sldId="258"/>
            <ac:picMk id="50" creationId="{52A4BB9C-9623-CAF4-9C7A-F91F4C2D4253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354304727" sldId="258"/>
            <ac:picMk id="51" creationId="{7A1759E4-B4F2-C28B-5055-9D36A3D39D6D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354304727" sldId="258"/>
            <ac:picMk id="52" creationId="{48F8392E-AB4B-9A7F-96C9-E8182648FA92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354304727" sldId="258"/>
            <ac:picMk id="59" creationId="{692A814F-C737-C477-0C03-17D0E25BD7A1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354304727" sldId="258"/>
            <ac:picMk id="60" creationId="{2C662FBF-C797-E3C9-4536-C1A1D7A93AE2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354304727" sldId="258"/>
            <ac:picMk id="61" creationId="{399B1885-792A-491B-3053-4962895A3F5A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354304727" sldId="258"/>
            <ac:picMk id="62" creationId="{27ED20B6-5BC9-0C81-37FB-5EECFA43E318}"/>
          </ac:picMkLst>
        </pc:picChg>
        <pc:picChg chg="add del mod ord">
          <ac:chgData name="Abichal Paudel" userId="268c3f4ef9724049" providerId="LiveId" clId="{0B669F28-8940-4B80-BAC4-858AC3F79604}" dt="2026-09-09T14:24:31.760" v="741"/>
          <ac:picMkLst>
            <pc:docMk/>
            <pc:sldMk cId="354304727" sldId="258"/>
            <ac:picMk id="63" creationId="{27BF0890-2AF2-440C-B96B-BD38E1B099CF}"/>
          </ac:picMkLst>
        </pc:picChg>
        <pc:picChg chg="add del mod ord">
          <ac:chgData name="Abichal Paudel" userId="268c3f4ef9724049" providerId="LiveId" clId="{0B669F28-8940-4B80-BAC4-858AC3F79604}" dt="2026-09-09T14:24:31.760" v="741"/>
          <ac:picMkLst>
            <pc:docMk/>
            <pc:sldMk cId="354304727" sldId="258"/>
            <ac:picMk id="64" creationId="{905BA540-1ABE-F7F9-1E2D-3AD53FE149D5}"/>
          </ac:picMkLst>
        </pc:picChg>
        <pc:picChg chg="add del mod">
          <ac:chgData name="Abichal Paudel" userId="268c3f4ef9724049" providerId="LiveId" clId="{0B669F28-8940-4B80-BAC4-858AC3F79604}" dt="2026-09-09T14:24:36.545" v="756"/>
          <ac:picMkLst>
            <pc:docMk/>
            <pc:sldMk cId="354304727" sldId="258"/>
            <ac:picMk id="65" creationId="{F8783E12-0455-5167-4921-76D99516BEEC}"/>
          </ac:picMkLst>
        </pc:picChg>
        <pc:picChg chg="add del mod">
          <ac:chgData name="Abichal Paudel" userId="268c3f4ef9724049" providerId="LiveId" clId="{0B669F28-8940-4B80-BAC4-858AC3F79604}" dt="2026-09-09T14:24:36.545" v="756"/>
          <ac:picMkLst>
            <pc:docMk/>
            <pc:sldMk cId="354304727" sldId="258"/>
            <ac:picMk id="66" creationId="{DE819EE6-0EB4-68D0-F55F-2CA4D167255C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354304727" sldId="258"/>
            <ac:picMk id="67" creationId="{A29B3B2D-363D-B059-9584-D8C98AA69AAB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354304727" sldId="258"/>
            <ac:picMk id="68" creationId="{425FA955-6191-2544-0242-1894D3F77098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354304727" sldId="258"/>
            <ac:picMk id="69" creationId="{3EB05E0C-C2C3-CCD8-69FD-9CE51B20ACDD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354304727" sldId="258"/>
            <ac:picMk id="70" creationId="{1935FFEE-F729-C385-A523-141503EB646F}"/>
          </ac:picMkLst>
        </pc:picChg>
        <pc:picChg chg="add del mod ord">
          <ac:chgData name="Abichal Paudel" userId="268c3f4ef9724049" providerId="LiveId" clId="{0B669F28-8940-4B80-BAC4-858AC3F79604}" dt="2026-09-09T14:34:23.749" v="780"/>
          <ac:picMkLst>
            <pc:docMk/>
            <pc:sldMk cId="354304727" sldId="258"/>
            <ac:picMk id="71" creationId="{5BE1A054-9A23-A20F-7F7C-430AC88A7743}"/>
          </ac:picMkLst>
        </pc:picChg>
        <pc:picChg chg="add del mod ord">
          <ac:chgData name="Abichal Paudel" userId="268c3f4ef9724049" providerId="LiveId" clId="{0B669F28-8940-4B80-BAC4-858AC3F79604}" dt="2026-09-09T14:34:23.749" v="780"/>
          <ac:picMkLst>
            <pc:docMk/>
            <pc:sldMk cId="354304727" sldId="258"/>
            <ac:picMk id="72" creationId="{19457A2E-E76D-587D-E806-D1F568658CBD}"/>
          </ac:picMkLst>
        </pc:picChg>
        <pc:picChg chg="add del mod">
          <ac:chgData name="Abichal Paudel" userId="268c3f4ef9724049" providerId="LiveId" clId="{0B669F28-8940-4B80-BAC4-858AC3F79604}" dt="2026-09-09T14:34:32.574" v="788"/>
          <ac:picMkLst>
            <pc:docMk/>
            <pc:sldMk cId="354304727" sldId="258"/>
            <ac:picMk id="73" creationId="{64ACC3A5-0054-82F3-21D5-EACD11CD4EA1}"/>
          </ac:picMkLst>
        </pc:picChg>
        <pc:picChg chg="add del mod">
          <ac:chgData name="Abichal Paudel" userId="268c3f4ef9724049" providerId="LiveId" clId="{0B669F28-8940-4B80-BAC4-858AC3F79604}" dt="2026-09-09T14:34:32.574" v="788"/>
          <ac:picMkLst>
            <pc:docMk/>
            <pc:sldMk cId="354304727" sldId="258"/>
            <ac:picMk id="74" creationId="{BF0E8C7B-3DD9-14A5-635C-8871190DE8AA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354304727" sldId="258"/>
            <ac:picMk id="79" creationId="{6687DF7F-5B35-D27E-43A4-88E77540EDBB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354304727" sldId="258"/>
            <ac:picMk id="80" creationId="{149536F2-638E-58D9-6E04-ACE2154F6A2D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354304727" sldId="258"/>
            <ac:picMk id="81" creationId="{BB6CAAAE-EC22-60DE-88F6-3240521C205E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354304727" sldId="258"/>
            <ac:picMk id="82" creationId="{C699FA04-1A51-292D-4FC3-75928473F71D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354304727" sldId="258"/>
            <ac:picMk id="83" creationId="{347E8534-3248-2034-12D6-A0A01EB1D98C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354304727" sldId="258"/>
            <ac:picMk id="84" creationId="{AA993B6D-C0A3-9511-0E07-34E746242289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354304727" sldId="258"/>
            <ac:picMk id="85" creationId="{27A726AA-8762-E922-FD6C-CC816D406172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354304727" sldId="258"/>
            <ac:picMk id="86" creationId="{5209B487-EA9C-B5A5-5D23-85E29BD88BD1}"/>
          </ac:picMkLst>
        </pc:picChg>
      </pc:sldChg>
      <pc:sldChg chg="addSp delSp modSp mod modTransition modAnim">
        <pc:chgData name="Abichal Paudel" userId="268c3f4ef9724049" providerId="LiveId" clId="{0B669F28-8940-4B80-BAC4-858AC3F79604}" dt="2026-09-09T14:51:36.164" v="817"/>
        <pc:sldMkLst>
          <pc:docMk/>
          <pc:sldMk cId="3716958310" sldId="259"/>
        </pc:sldMkLst>
        <pc:picChg chg="add del mod">
          <ac:chgData name="Abichal Paudel" userId="268c3f4ef9724049" providerId="LiveId" clId="{0B669F28-8940-4B80-BAC4-858AC3F79604}" dt="2026-09-09T13:15:38.709" v="599"/>
          <ac:picMkLst>
            <pc:docMk/>
            <pc:sldMk cId="3716958310" sldId="259"/>
            <ac:picMk id="3" creationId="{6EA335F7-6FE0-7BE9-82AE-3F7886F84A12}"/>
          </ac:picMkLst>
        </pc:picChg>
        <pc:picChg chg="add del mod">
          <ac:chgData name="Abichal Paudel" userId="268c3f4ef9724049" providerId="LiveId" clId="{0B669F28-8940-4B80-BAC4-858AC3F79604}" dt="2026-09-09T13:33:36.077" v="610"/>
          <ac:picMkLst>
            <pc:docMk/>
            <pc:sldMk cId="3716958310" sldId="259"/>
            <ac:picMk id="4" creationId="{A31DD198-EA45-20B6-1E61-8D82B4774F13}"/>
          </ac:picMkLst>
        </pc:picChg>
        <pc:picChg chg="add del mod">
          <ac:chgData name="Abichal Paudel" userId="268c3f4ef9724049" providerId="LiveId" clId="{0B669F28-8940-4B80-BAC4-858AC3F79604}" dt="2026-09-09T13:35:23.707" v="611"/>
          <ac:picMkLst>
            <pc:docMk/>
            <pc:sldMk cId="3716958310" sldId="259"/>
            <ac:picMk id="7" creationId="{A766E19D-779F-BE31-95FE-5B67C8DDA336}"/>
          </ac:picMkLst>
        </pc:picChg>
        <pc:picChg chg="add del mod ord">
          <ac:chgData name="Abichal Paudel" userId="268c3f4ef9724049" providerId="LiveId" clId="{0B669F28-8940-4B80-BAC4-858AC3F79604}" dt="2026-09-09T13:35:23.707" v="611"/>
          <ac:picMkLst>
            <pc:docMk/>
            <pc:sldMk cId="3716958310" sldId="259"/>
            <ac:picMk id="9" creationId="{5AD26650-E1A3-13A2-1DDB-4CFE6CDA3768}"/>
          </ac:picMkLst>
        </pc:picChg>
        <pc:picChg chg="add del mod">
          <ac:chgData name="Abichal Paudel" userId="268c3f4ef9724049" providerId="LiveId" clId="{0B669F28-8940-4B80-BAC4-858AC3F79604}" dt="2026-09-09T13:35:36.135" v="620"/>
          <ac:picMkLst>
            <pc:docMk/>
            <pc:sldMk cId="3716958310" sldId="259"/>
            <ac:picMk id="10" creationId="{F528FA9A-EF31-D678-8023-493DDBAC3F1E}"/>
          </ac:picMkLst>
        </pc:picChg>
        <pc:picChg chg="add del mod">
          <ac:chgData name="Abichal Paudel" userId="268c3f4ef9724049" providerId="LiveId" clId="{0B669F28-8940-4B80-BAC4-858AC3F79604}" dt="2026-09-09T13:35:36.135" v="620"/>
          <ac:picMkLst>
            <pc:docMk/>
            <pc:sldMk cId="3716958310" sldId="259"/>
            <ac:picMk id="11" creationId="{12A3AB65-5CB2-EA0A-06A9-59C3462C0CFC}"/>
          </ac:picMkLst>
        </pc:picChg>
        <pc:picChg chg="add del mod ord">
          <ac:chgData name="Abichal Paudel" userId="268c3f4ef9724049" providerId="LiveId" clId="{0B669F28-8940-4B80-BAC4-858AC3F79604}" dt="2026-09-09T13:40:38.713" v="627"/>
          <ac:picMkLst>
            <pc:docMk/>
            <pc:sldMk cId="3716958310" sldId="259"/>
            <ac:picMk id="16" creationId="{7BBCD6BD-8BEA-2719-3EAB-5E3AF3FAAE84}"/>
          </ac:picMkLst>
        </pc:picChg>
        <pc:picChg chg="add del mod ord">
          <ac:chgData name="Abichal Paudel" userId="268c3f4ef9724049" providerId="LiveId" clId="{0B669F28-8940-4B80-BAC4-858AC3F79604}" dt="2026-09-09T13:40:38.713" v="627"/>
          <ac:picMkLst>
            <pc:docMk/>
            <pc:sldMk cId="3716958310" sldId="259"/>
            <ac:picMk id="17" creationId="{5E00CC5C-E159-4D1F-3890-5318C2CB308A}"/>
          </ac:picMkLst>
        </pc:picChg>
        <pc:picChg chg="add del mod">
          <ac:chgData name="Abichal Paudel" userId="268c3f4ef9724049" providerId="LiveId" clId="{0B669F28-8940-4B80-BAC4-858AC3F79604}" dt="2026-09-09T13:56:01.839" v="642"/>
          <ac:picMkLst>
            <pc:docMk/>
            <pc:sldMk cId="3716958310" sldId="259"/>
            <ac:picMk id="18" creationId="{ECFDFBF1-711E-C8A9-6F84-5BFC2CA2CFC3}"/>
          </ac:picMkLst>
        </pc:picChg>
        <pc:picChg chg="add del mod">
          <ac:chgData name="Abichal Paudel" userId="268c3f4ef9724049" providerId="LiveId" clId="{0B669F28-8940-4B80-BAC4-858AC3F79604}" dt="2026-09-09T13:56:01.839" v="642"/>
          <ac:picMkLst>
            <pc:docMk/>
            <pc:sldMk cId="3716958310" sldId="259"/>
            <ac:picMk id="20" creationId="{9473E67F-2662-D689-90CB-26F3DA0743D9}"/>
          </ac:picMkLst>
        </pc:picChg>
        <pc:picChg chg="add del mod ord">
          <ac:chgData name="Abichal Paudel" userId="268c3f4ef9724049" providerId="LiveId" clId="{0B669F28-8940-4B80-BAC4-858AC3F79604}" dt="2026-09-09T13:56:45.627" v="643"/>
          <ac:picMkLst>
            <pc:docMk/>
            <pc:sldMk cId="3716958310" sldId="259"/>
            <ac:picMk id="21" creationId="{F17898EF-FA71-52A0-7ECD-9E10B87D87B1}"/>
          </ac:picMkLst>
        </pc:picChg>
        <pc:picChg chg="add del mod ord">
          <ac:chgData name="Abichal Paudel" userId="268c3f4ef9724049" providerId="LiveId" clId="{0B669F28-8940-4B80-BAC4-858AC3F79604}" dt="2026-09-09T13:56:45.627" v="643"/>
          <ac:picMkLst>
            <pc:docMk/>
            <pc:sldMk cId="3716958310" sldId="259"/>
            <ac:picMk id="22" creationId="{9331B895-C964-2EC0-C8EA-4652CB7A966E}"/>
          </ac:picMkLst>
        </pc:picChg>
        <pc:picChg chg="add del mod">
          <ac:chgData name="Abichal Paudel" userId="268c3f4ef9724049" providerId="LiveId" clId="{0B669F28-8940-4B80-BAC4-858AC3F79604}" dt="2026-09-09T13:57:01.590" v="653"/>
          <ac:picMkLst>
            <pc:docMk/>
            <pc:sldMk cId="3716958310" sldId="259"/>
            <ac:picMk id="23" creationId="{F14257C1-4BBF-2E01-B1E2-98177501845C}"/>
          </ac:picMkLst>
        </pc:picChg>
        <pc:picChg chg="add del mod">
          <ac:chgData name="Abichal Paudel" userId="268c3f4ef9724049" providerId="LiveId" clId="{0B669F28-8940-4B80-BAC4-858AC3F79604}" dt="2026-09-09T13:57:01.590" v="653"/>
          <ac:picMkLst>
            <pc:docMk/>
            <pc:sldMk cId="3716958310" sldId="259"/>
            <ac:picMk id="24" creationId="{02549637-3768-E7F0-4EB2-186A26C6D382}"/>
          </ac:picMkLst>
        </pc:picChg>
        <pc:picChg chg="add del mod ord">
          <ac:chgData name="Abichal Paudel" userId="268c3f4ef9724049" providerId="LiveId" clId="{0B669F28-8940-4B80-BAC4-858AC3F79604}" dt="2026-09-09T13:59:27.333" v="672"/>
          <ac:picMkLst>
            <pc:docMk/>
            <pc:sldMk cId="3716958310" sldId="259"/>
            <ac:picMk id="29" creationId="{72403C5A-FBCD-DDC2-64FA-9538BF572E10}"/>
          </ac:picMkLst>
        </pc:picChg>
        <pc:picChg chg="add del mod ord">
          <ac:chgData name="Abichal Paudel" userId="268c3f4ef9724049" providerId="LiveId" clId="{0B669F28-8940-4B80-BAC4-858AC3F79604}" dt="2026-09-09T13:59:27.333" v="672"/>
          <ac:picMkLst>
            <pc:docMk/>
            <pc:sldMk cId="3716958310" sldId="259"/>
            <ac:picMk id="30" creationId="{16444629-C943-DB60-5D93-FD61245A7BD1}"/>
          </ac:picMkLst>
        </pc:picChg>
        <pc:picChg chg="add del mod">
          <ac:chgData name="Abichal Paudel" userId="268c3f4ef9724049" providerId="LiveId" clId="{0B669F28-8940-4B80-BAC4-858AC3F79604}" dt="2026-09-09T13:59:48.130" v="682"/>
          <ac:picMkLst>
            <pc:docMk/>
            <pc:sldMk cId="3716958310" sldId="259"/>
            <ac:picMk id="31" creationId="{84FCDC97-2C2A-193E-0C0E-B1914486DEDA}"/>
          </ac:picMkLst>
        </pc:picChg>
        <pc:picChg chg="add del mod">
          <ac:chgData name="Abichal Paudel" userId="268c3f4ef9724049" providerId="LiveId" clId="{0B669F28-8940-4B80-BAC4-858AC3F79604}" dt="2026-09-09T13:59:48.130" v="682"/>
          <ac:picMkLst>
            <pc:docMk/>
            <pc:sldMk cId="3716958310" sldId="259"/>
            <ac:picMk id="32" creationId="{FA8BEBEC-534D-0E90-6615-403BD5B7C185}"/>
          </ac:picMkLst>
        </pc:picChg>
        <pc:picChg chg="add del mod ord">
          <ac:chgData name="Abichal Paudel" userId="268c3f4ef9724049" providerId="LiveId" clId="{0B669F28-8940-4B80-BAC4-858AC3F79604}" dt="2026-09-09T14:04:22.719" v="683"/>
          <ac:picMkLst>
            <pc:docMk/>
            <pc:sldMk cId="3716958310" sldId="259"/>
            <ac:picMk id="37" creationId="{ECF7FFFA-0F85-3D9B-4089-B804E4A4F5D8}"/>
          </ac:picMkLst>
        </pc:picChg>
        <pc:picChg chg="add del mod ord">
          <ac:chgData name="Abichal Paudel" userId="268c3f4ef9724049" providerId="LiveId" clId="{0B669F28-8940-4B80-BAC4-858AC3F79604}" dt="2026-09-09T14:04:22.719" v="683"/>
          <ac:picMkLst>
            <pc:docMk/>
            <pc:sldMk cId="3716958310" sldId="259"/>
            <ac:picMk id="38" creationId="{1F159894-76EB-2757-A0D5-D8116CE8ACB9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3716958310" sldId="259"/>
            <ac:picMk id="39" creationId="{55447F76-5B9E-F804-E586-C245DE1FFD9B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3716958310" sldId="259"/>
            <ac:picMk id="40" creationId="{F56B9CE2-4790-378A-8D0A-30EC4EF513DB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3716958310" sldId="259"/>
            <ac:picMk id="45" creationId="{8B9DD76B-ECD8-31F2-A38C-97CEA46723E2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3716958310" sldId="259"/>
            <ac:picMk id="46" creationId="{C7C9ED65-4750-FBE8-B7D4-D52EC715896B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3716958310" sldId="259"/>
            <ac:picMk id="47" creationId="{3446987A-4212-324F-5B34-1B2B4199ABC8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3716958310" sldId="259"/>
            <ac:picMk id="48" creationId="{DE0D80B2-BAC2-A5F6-25A3-D05B1080C24D}"/>
          </ac:picMkLst>
        </pc:picChg>
        <pc:picChg chg="add del mod ord">
          <ac:chgData name="Abichal Paudel" userId="268c3f4ef9724049" providerId="LiveId" clId="{0B669F28-8940-4B80-BAC4-858AC3F79604}" dt="2026-09-09T14:24:31.760" v="741"/>
          <ac:picMkLst>
            <pc:docMk/>
            <pc:sldMk cId="3716958310" sldId="259"/>
            <ac:picMk id="49" creationId="{1E23B8A1-F22F-6263-083A-6D40DF60E5F4}"/>
          </ac:picMkLst>
        </pc:picChg>
        <pc:picChg chg="add del mod ord">
          <ac:chgData name="Abichal Paudel" userId="268c3f4ef9724049" providerId="LiveId" clId="{0B669F28-8940-4B80-BAC4-858AC3F79604}" dt="2026-09-09T14:24:31.760" v="741"/>
          <ac:picMkLst>
            <pc:docMk/>
            <pc:sldMk cId="3716958310" sldId="259"/>
            <ac:picMk id="50" creationId="{BEB8B543-9B91-D5FB-E9FD-6650D7CF81CF}"/>
          </ac:picMkLst>
        </pc:picChg>
        <pc:picChg chg="add del mod">
          <ac:chgData name="Abichal Paudel" userId="268c3f4ef9724049" providerId="LiveId" clId="{0B669F28-8940-4B80-BAC4-858AC3F79604}" dt="2026-09-09T14:24:36.545" v="756"/>
          <ac:picMkLst>
            <pc:docMk/>
            <pc:sldMk cId="3716958310" sldId="259"/>
            <ac:picMk id="51" creationId="{681A851C-EF91-DDEB-D862-404F0EDAFE25}"/>
          </ac:picMkLst>
        </pc:picChg>
        <pc:picChg chg="add del mod">
          <ac:chgData name="Abichal Paudel" userId="268c3f4ef9724049" providerId="LiveId" clId="{0B669F28-8940-4B80-BAC4-858AC3F79604}" dt="2026-09-09T14:24:36.545" v="756"/>
          <ac:picMkLst>
            <pc:docMk/>
            <pc:sldMk cId="3716958310" sldId="259"/>
            <ac:picMk id="52" creationId="{AC6F87F0-F1A7-FCB3-1A0E-96A0EB8E8B1D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3716958310" sldId="259"/>
            <ac:picMk id="53" creationId="{7DF5A592-571F-84CB-3E8F-007BFC3C582B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3716958310" sldId="259"/>
            <ac:picMk id="54" creationId="{8BB9FEA0-FB48-6744-32ED-3A73655E3F7E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3716958310" sldId="259"/>
            <ac:picMk id="55" creationId="{F7D0C9A6-286D-E149-808E-DA4BE903A648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3716958310" sldId="259"/>
            <ac:picMk id="56" creationId="{0BA7765B-A481-CAF5-9D25-9C847B2D2E30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3716958310" sldId="259"/>
            <ac:picMk id="57" creationId="{8A30C95C-B713-B1D0-208A-B9A41A188AE6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3716958310" sldId="259"/>
            <ac:picMk id="58" creationId="{27A388EC-7163-7672-2E0D-AF04664BB1B4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3716958310" sldId="259"/>
            <ac:picMk id="59" creationId="{F1D0F68D-EE61-49E4-0D98-286EF857B762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3716958310" sldId="259"/>
            <ac:picMk id="60" creationId="{B24607F1-A80B-2BAC-86A1-F1235D0417C7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3716958310" sldId="259"/>
            <ac:picMk id="61" creationId="{6E39EDAA-05DA-BB2A-2E8B-2D9AD012BAD0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3716958310" sldId="259"/>
            <ac:picMk id="62" creationId="{444827AA-A191-3F4A-8CD9-3F67CCAC1253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3716958310" sldId="259"/>
            <ac:picMk id="63" creationId="{E575221F-C0C3-BECD-FB68-4EDC97456D43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3716958310" sldId="259"/>
            <ac:picMk id="64" creationId="{28653131-981B-84A9-DBAF-DFE9007F5C39}"/>
          </ac:picMkLst>
        </pc:picChg>
      </pc:sldChg>
      <pc:sldChg chg="addSp delSp modSp mod modTransition delAnim modAnim">
        <pc:chgData name="Abichal Paudel" userId="268c3f4ef9724049" providerId="LiveId" clId="{0B669F28-8940-4B80-BAC4-858AC3F79604}" dt="2026-09-09T14:51:36.164" v="817"/>
        <pc:sldMkLst>
          <pc:docMk/>
          <pc:sldMk cId="2940924878" sldId="261"/>
        </pc:sldMkLst>
        <pc:picChg chg="add del mod">
          <ac:chgData name="Abichal Paudel" userId="268c3f4ef9724049" providerId="LiveId" clId="{0B669F28-8940-4B80-BAC4-858AC3F79604}" dt="2026-09-09T13:15:38.709" v="599"/>
          <ac:picMkLst>
            <pc:docMk/>
            <pc:sldMk cId="2940924878" sldId="261"/>
            <ac:picMk id="3" creationId="{7AFFDC0A-B695-1D1D-1CCB-F0FBC59F1270}"/>
          </ac:picMkLst>
        </pc:picChg>
        <pc:picChg chg="add del mod">
          <ac:chgData name="Abichal Paudel" userId="268c3f4ef9724049" providerId="LiveId" clId="{0B669F28-8940-4B80-BAC4-858AC3F79604}" dt="2026-09-09T13:33:36.077" v="610"/>
          <ac:picMkLst>
            <pc:docMk/>
            <pc:sldMk cId="2940924878" sldId="261"/>
            <ac:picMk id="5" creationId="{1530BD97-4F99-7B83-D247-F06719444EDB}"/>
          </ac:picMkLst>
        </pc:picChg>
        <pc:picChg chg="add del mod">
          <ac:chgData name="Abichal Paudel" userId="268c3f4ef9724049" providerId="LiveId" clId="{0B669F28-8940-4B80-BAC4-858AC3F79604}" dt="2026-09-09T13:40:38.713" v="627"/>
          <ac:picMkLst>
            <pc:docMk/>
            <pc:sldMk cId="2940924878" sldId="261"/>
            <ac:picMk id="9" creationId="{E705FC41-A24B-32AD-ADB4-849A995991A4}"/>
          </ac:picMkLst>
        </pc:picChg>
        <pc:picChg chg="add del mod ord">
          <ac:chgData name="Abichal Paudel" userId="268c3f4ef9724049" providerId="LiveId" clId="{0B669F28-8940-4B80-BAC4-858AC3F79604}" dt="2026-09-09T13:40:38.713" v="627"/>
          <ac:picMkLst>
            <pc:docMk/>
            <pc:sldMk cId="2940924878" sldId="261"/>
            <ac:picMk id="10" creationId="{D09D1CB1-4C1C-4352-B12D-86254F2D7789}"/>
          </ac:picMkLst>
        </pc:picChg>
        <pc:picChg chg="add del mod">
          <ac:chgData name="Abichal Paudel" userId="268c3f4ef9724049" providerId="LiveId" clId="{0B669F28-8940-4B80-BAC4-858AC3F79604}" dt="2026-09-09T13:56:01.839" v="642"/>
          <ac:picMkLst>
            <pc:docMk/>
            <pc:sldMk cId="2940924878" sldId="261"/>
            <ac:picMk id="11" creationId="{37C1FB3B-5006-49FB-7144-2F3FD81D64A6}"/>
          </ac:picMkLst>
        </pc:picChg>
        <pc:picChg chg="add del mod">
          <ac:chgData name="Abichal Paudel" userId="268c3f4ef9724049" providerId="LiveId" clId="{0B669F28-8940-4B80-BAC4-858AC3F79604}" dt="2026-09-09T13:56:01.839" v="642"/>
          <ac:picMkLst>
            <pc:docMk/>
            <pc:sldMk cId="2940924878" sldId="261"/>
            <ac:picMk id="13" creationId="{7E3EC41D-4740-82D8-EEB3-5FA1E722993A}"/>
          </ac:picMkLst>
        </pc:picChg>
        <pc:picChg chg="add del mod ord">
          <ac:chgData name="Abichal Paudel" userId="268c3f4ef9724049" providerId="LiveId" clId="{0B669F28-8940-4B80-BAC4-858AC3F79604}" dt="2026-09-09T14:04:22.719" v="683"/>
          <ac:picMkLst>
            <pc:docMk/>
            <pc:sldMk cId="2940924878" sldId="261"/>
            <ac:picMk id="16" creationId="{5D78F664-B069-60EE-1889-9C2FF932E657}"/>
          </ac:picMkLst>
        </pc:picChg>
        <pc:picChg chg="add del mod ord">
          <ac:chgData name="Abichal Paudel" userId="268c3f4ef9724049" providerId="LiveId" clId="{0B669F28-8940-4B80-BAC4-858AC3F79604}" dt="2026-09-09T14:04:22.719" v="683"/>
          <ac:picMkLst>
            <pc:docMk/>
            <pc:sldMk cId="2940924878" sldId="261"/>
            <ac:picMk id="17" creationId="{FF20C117-0BDD-BCF5-1AEC-42C7A69A49F6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2940924878" sldId="261"/>
            <ac:picMk id="18" creationId="{928AFD2C-0DFF-E082-349E-7AC64AA8AC94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2940924878" sldId="261"/>
            <ac:picMk id="19" creationId="{29DF5B57-77D0-21CE-6738-A31DFF8C6852}"/>
          </ac:picMkLst>
        </pc:picChg>
        <pc:picChg chg="add del mod">
          <ac:chgData name="Abichal Paudel" userId="268c3f4ef9724049" providerId="LiveId" clId="{0B669F28-8940-4B80-BAC4-858AC3F79604}" dt="2026-09-09T14:21:52.772" v="712"/>
          <ac:picMkLst>
            <pc:docMk/>
            <pc:sldMk cId="2940924878" sldId="261"/>
            <ac:picMk id="28" creationId="{70DECE3B-3454-95A6-CB58-F8C87E3D1455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2940924878" sldId="261"/>
            <ac:picMk id="29" creationId="{8B156BFD-2535-23AA-9F26-730028884E15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2940924878" sldId="261"/>
            <ac:picMk id="30" creationId="{855EA36F-F885-EB72-16F9-5E956EEB327D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2940924878" sldId="261"/>
            <ac:picMk id="31" creationId="{79B41BAF-9BFE-4E43-3A72-3B97EE49B863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2940924878" sldId="261"/>
            <ac:picMk id="32" creationId="{444A3050-2B99-9EE4-41FE-4D3123AC83E5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2940924878" sldId="261"/>
            <ac:picMk id="33" creationId="{242DF5D5-5FD9-74BA-656D-E15FD29865AB}"/>
          </ac:picMkLst>
        </pc:picChg>
        <pc:picChg chg="add del mod ord">
          <ac:chgData name="Abichal Paudel" userId="268c3f4ef9724049" providerId="LiveId" clId="{0B669F28-8940-4B80-BAC4-858AC3F79604}" dt="2026-09-09T14:24:31.760" v="741"/>
          <ac:picMkLst>
            <pc:docMk/>
            <pc:sldMk cId="2940924878" sldId="261"/>
            <ac:picMk id="34" creationId="{0CF75922-2699-3213-181A-4B7511B6866A}"/>
          </ac:picMkLst>
        </pc:picChg>
        <pc:picChg chg="add del mod ord">
          <ac:chgData name="Abichal Paudel" userId="268c3f4ef9724049" providerId="LiveId" clId="{0B669F28-8940-4B80-BAC4-858AC3F79604}" dt="2026-09-09T14:24:31.760" v="741"/>
          <ac:picMkLst>
            <pc:docMk/>
            <pc:sldMk cId="2940924878" sldId="261"/>
            <ac:picMk id="35" creationId="{AF35CAD8-9777-44AD-5061-F2362118563E}"/>
          </ac:picMkLst>
        </pc:picChg>
        <pc:picChg chg="add del mod ord">
          <ac:chgData name="Abichal Paudel" userId="268c3f4ef9724049" providerId="LiveId" clId="{0B669F28-8940-4B80-BAC4-858AC3F79604}" dt="2026-09-09T14:24:31.760" v="741"/>
          <ac:picMkLst>
            <pc:docMk/>
            <pc:sldMk cId="2940924878" sldId="261"/>
            <ac:picMk id="36" creationId="{86593E52-F4B1-3D93-EEA3-39D15EF3626C}"/>
          </ac:picMkLst>
        </pc:picChg>
        <pc:picChg chg="add del mod">
          <ac:chgData name="Abichal Paudel" userId="268c3f4ef9724049" providerId="LiveId" clId="{0B669F28-8940-4B80-BAC4-858AC3F79604}" dt="2026-09-09T14:24:36.545" v="756"/>
          <ac:picMkLst>
            <pc:docMk/>
            <pc:sldMk cId="2940924878" sldId="261"/>
            <ac:picMk id="37" creationId="{FD381E66-242A-53DA-FD2C-E0DF5E96DE45}"/>
          </ac:picMkLst>
        </pc:picChg>
        <pc:picChg chg="add del mod">
          <ac:chgData name="Abichal Paudel" userId="268c3f4ef9724049" providerId="LiveId" clId="{0B669F28-8940-4B80-BAC4-858AC3F79604}" dt="2026-09-09T14:24:36.545" v="756"/>
          <ac:picMkLst>
            <pc:docMk/>
            <pc:sldMk cId="2940924878" sldId="261"/>
            <ac:picMk id="38" creationId="{AC0DCC0D-4B3D-21E8-0D94-9ED913E87E64}"/>
          </ac:picMkLst>
        </pc:picChg>
        <pc:picChg chg="add del mod">
          <ac:chgData name="Abichal Paudel" userId="268c3f4ef9724049" providerId="LiveId" clId="{0B669F28-8940-4B80-BAC4-858AC3F79604}" dt="2026-09-09T14:24:36.545" v="756"/>
          <ac:picMkLst>
            <pc:docMk/>
            <pc:sldMk cId="2940924878" sldId="261"/>
            <ac:picMk id="39" creationId="{15A1F7FB-23F8-6B78-0B6F-40E1CEE4518F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2940924878" sldId="261"/>
            <ac:picMk id="40" creationId="{CB42D620-6D58-1B9D-A90E-05215565654A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2940924878" sldId="261"/>
            <ac:picMk id="41" creationId="{305D9E77-0137-37CB-AF6D-9A5C2E3F76AE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2940924878" sldId="261"/>
            <ac:picMk id="42" creationId="{2743D486-20CD-BE7E-7C33-83CC59683F56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2940924878" sldId="261"/>
            <ac:picMk id="43" creationId="{33B45F0B-9A5F-7D06-413D-FAA012393ED4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2940924878" sldId="261"/>
            <ac:picMk id="44" creationId="{71F36489-8684-84F2-AB19-B53337ED87FF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2940924878" sldId="261"/>
            <ac:picMk id="45" creationId="{8054A898-5839-1213-51AE-B763EB5F1357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2940924878" sldId="261"/>
            <ac:picMk id="46" creationId="{035766AE-DB06-9CCC-5E33-C56D0EE7F027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2940924878" sldId="261"/>
            <ac:picMk id="47" creationId="{C5D9169B-1917-9C69-BF15-B5FF9D5AED01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2940924878" sldId="261"/>
            <ac:picMk id="48" creationId="{F954D7D2-837D-37E2-7B6C-A0C47145B17E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2940924878" sldId="261"/>
            <ac:picMk id="49" creationId="{3E64D65C-153A-A7FC-31E0-EC0170E5DF13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2940924878" sldId="261"/>
            <ac:picMk id="50" creationId="{E30A6D86-8023-4BDB-3924-CE4CA8505CEC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2940924878" sldId="261"/>
            <ac:picMk id="51" creationId="{F1AA680E-C567-266F-3CD3-98009DACE070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2940924878" sldId="261"/>
            <ac:picMk id="52" creationId="{8054FF84-56EC-4C42-DF74-F8F7D23CC6DB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2940924878" sldId="261"/>
            <ac:picMk id="53" creationId="{2D50F91D-4C61-BF46-9AD4-B600C1E6E8BE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2940924878" sldId="261"/>
            <ac:picMk id="54" creationId="{3B15CCB0-E0BF-9CE4-B4D0-E2B46461F4BB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2940924878" sldId="261"/>
            <ac:picMk id="55" creationId="{FAC56444-A79A-F36C-20A1-3004F7FC1487}"/>
          </ac:picMkLst>
        </pc:picChg>
        <pc:picChg chg="add del mod">
          <ac:chgData name="Abichal Paudel" userId="268c3f4ef9724049" providerId="LiveId" clId="{0B669F28-8940-4B80-BAC4-858AC3F79604}" dt="2026-09-09T14:51:27.271" v="816" actId="478"/>
          <ac:picMkLst>
            <pc:docMk/>
            <pc:sldMk cId="2940924878" sldId="261"/>
            <ac:picMk id="56" creationId="{C0026CD8-640C-15C2-147F-C8197430E22C}"/>
          </ac:picMkLst>
        </pc:picChg>
        <pc:picChg chg="add del mod">
          <ac:chgData name="Abichal Paudel" userId="268c3f4ef9724049" providerId="LiveId" clId="{0B669F28-8940-4B80-BAC4-858AC3F79604}" dt="2026-09-09T14:51:24.351" v="815" actId="478"/>
          <ac:picMkLst>
            <pc:docMk/>
            <pc:sldMk cId="2940924878" sldId="261"/>
            <ac:picMk id="57" creationId="{E0C016F9-A77E-8CE7-41E8-92EA76C8A45D}"/>
          </ac:picMkLst>
        </pc:picChg>
      </pc:sldChg>
      <pc:sldChg chg="modSp del mod">
        <pc:chgData name="Abichal Paudel" userId="268c3f4ef9724049" providerId="LiveId" clId="{0B669F28-8940-4B80-BAC4-858AC3F79604}" dt="2026-09-09T10:50:54.669" v="588" actId="47"/>
        <pc:sldMkLst>
          <pc:docMk/>
          <pc:sldMk cId="302383558" sldId="262"/>
        </pc:sldMkLst>
        <pc:spChg chg="mod">
          <ac:chgData name="Abichal Paudel" userId="268c3f4ef9724049" providerId="LiveId" clId="{0B669F28-8940-4B80-BAC4-858AC3F79604}" dt="2026-09-08T10:27:30.937" v="223" actId="12"/>
          <ac:spMkLst>
            <pc:docMk/>
            <pc:sldMk cId="302383558" sldId="262"/>
            <ac:spMk id="3" creationId="{79947693-4825-0AB6-C10E-71957E12C41C}"/>
          </ac:spMkLst>
        </pc:spChg>
        <pc:spChg chg="mod">
          <ac:chgData name="Abichal Paudel" userId="268c3f4ef9724049" providerId="LiveId" clId="{0B669F28-8940-4B80-BAC4-858AC3F79604}" dt="2026-09-09T10:34:36.765" v="547" actId="20577"/>
          <ac:spMkLst>
            <pc:docMk/>
            <pc:sldMk cId="302383558" sldId="262"/>
            <ac:spMk id="4" creationId="{44E819F1-3D26-4E17-4E9B-BA4CE7149441}"/>
          </ac:spMkLst>
        </pc:spChg>
      </pc:sldChg>
      <pc:sldChg chg="addSp delSp modSp mod modTransition modAnim">
        <pc:chgData name="Abichal Paudel" userId="268c3f4ef9724049" providerId="LiveId" clId="{0B669F28-8940-4B80-BAC4-858AC3F79604}" dt="2026-09-09T14:51:36.164" v="817"/>
        <pc:sldMkLst>
          <pc:docMk/>
          <pc:sldMk cId="2415299044" sldId="263"/>
        </pc:sldMkLst>
        <pc:spChg chg="mod">
          <ac:chgData name="Abichal Paudel" userId="268c3f4ef9724049" providerId="LiveId" clId="{0B669F28-8940-4B80-BAC4-858AC3F79604}" dt="2026-09-09T10:33:36.108" v="546" actId="207"/>
          <ac:spMkLst>
            <pc:docMk/>
            <pc:sldMk cId="2415299044" sldId="263"/>
            <ac:spMk id="2" creationId="{1EAB5707-A574-E6E9-3EED-168D700EF212}"/>
          </ac:spMkLst>
        </pc:spChg>
        <pc:spChg chg="mod">
          <ac:chgData name="Abichal Paudel" userId="268c3f4ef9724049" providerId="LiveId" clId="{0B669F28-8940-4B80-BAC4-858AC3F79604}" dt="2026-09-08T10:28:56.991" v="385" actId="20577"/>
          <ac:spMkLst>
            <pc:docMk/>
            <pc:sldMk cId="2415299044" sldId="263"/>
            <ac:spMk id="3" creationId="{6F477151-E828-1026-674B-68F78665FD2D}"/>
          </ac:spMkLst>
        </pc:spChg>
        <pc:picChg chg="add del mod">
          <ac:chgData name="Abichal Paudel" userId="268c3f4ef9724049" providerId="LiveId" clId="{0B669F28-8940-4B80-BAC4-858AC3F79604}" dt="2026-09-09T13:15:38.709" v="599"/>
          <ac:picMkLst>
            <pc:docMk/>
            <pc:sldMk cId="2415299044" sldId="263"/>
            <ac:picMk id="3" creationId="{D55670D7-A7EE-DE39-2F7F-DAE84CB70DEC}"/>
          </ac:picMkLst>
        </pc:picChg>
        <pc:picChg chg="add del mod">
          <ac:chgData name="Abichal Paudel" userId="268c3f4ef9724049" providerId="LiveId" clId="{0B669F28-8940-4B80-BAC4-858AC3F79604}" dt="2026-09-09T13:33:36.077" v="610"/>
          <ac:picMkLst>
            <pc:docMk/>
            <pc:sldMk cId="2415299044" sldId="263"/>
            <ac:picMk id="6" creationId="{18D7EA73-A1A2-94BF-505C-F5AF9E8EB35D}"/>
          </ac:picMkLst>
        </pc:picChg>
        <pc:picChg chg="add del mod">
          <ac:chgData name="Abichal Paudel" userId="268c3f4ef9724049" providerId="LiveId" clId="{0B669F28-8940-4B80-BAC4-858AC3F79604}" dt="2026-09-09T14:04:22.719" v="683"/>
          <ac:picMkLst>
            <pc:docMk/>
            <pc:sldMk cId="2415299044" sldId="263"/>
            <ac:picMk id="8" creationId="{7E4EE712-B11C-DF6D-0161-4A63202FD185}"/>
          </ac:picMkLst>
        </pc:picChg>
        <pc:picChg chg="add del mod ord">
          <ac:chgData name="Abichal Paudel" userId="268c3f4ef9724049" providerId="LiveId" clId="{0B669F28-8940-4B80-BAC4-858AC3F79604}" dt="2026-09-09T14:04:22.719" v="683"/>
          <ac:picMkLst>
            <pc:docMk/>
            <pc:sldMk cId="2415299044" sldId="263"/>
            <ac:picMk id="9" creationId="{F668280E-9EA9-A220-C433-657A8B5CF281}"/>
          </ac:picMkLst>
        </pc:picChg>
        <pc:picChg chg="add del mod">
          <ac:chgData name="Abichal Paudel" userId="268c3f4ef9724049" providerId="LiveId" clId="{0B669F28-8940-4B80-BAC4-858AC3F79604}" dt="2026-09-09T14:04:22.719" v="683"/>
          <ac:picMkLst>
            <pc:docMk/>
            <pc:sldMk cId="2415299044" sldId="263"/>
            <ac:picMk id="10" creationId="{B3B229BE-AB3E-761F-939C-F25E41926A7E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2415299044" sldId="263"/>
            <ac:picMk id="11" creationId="{0E0336CE-A78C-D390-83E7-70AC389EF8D7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2415299044" sldId="263"/>
            <ac:picMk id="12" creationId="{66AE77FB-B982-CE8F-B510-993DF0A7C4B0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2415299044" sldId="263"/>
            <ac:picMk id="13" creationId="{08E41732-8AF8-670F-259D-B10823968AB3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2415299044" sldId="263"/>
            <ac:picMk id="17" creationId="{692D15B0-8012-3B90-5AF3-19F5082E8702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2415299044" sldId="263"/>
            <ac:picMk id="19" creationId="{29AC26B4-734B-53D6-2A25-AC3CDACA373D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2415299044" sldId="263"/>
            <ac:picMk id="20" creationId="{7C73CC4A-9761-1437-BDB9-75C97B749AB0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2415299044" sldId="263"/>
            <ac:picMk id="21" creationId="{60712302-7C80-99B9-79C6-F842D69DFF09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2415299044" sldId="263"/>
            <ac:picMk id="22" creationId="{6F5B62C1-468B-6450-E8B5-2A9408CF544A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2415299044" sldId="263"/>
            <ac:picMk id="23" creationId="{257B1AFD-6E52-137F-F2FC-C439600457E6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2415299044" sldId="263"/>
            <ac:picMk id="24" creationId="{E8AF804F-3FFC-4B23-84D2-70E942EBD72A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2415299044" sldId="263"/>
            <ac:picMk id="25" creationId="{DE1992F0-6536-7673-30EC-1698344D10CA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2415299044" sldId="263"/>
            <ac:picMk id="26" creationId="{BC4BD2BB-CF45-A8D3-4E1D-8B4656BFFDED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2415299044" sldId="263"/>
            <ac:picMk id="27" creationId="{D91465E7-A632-9278-612F-4340B00D3864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2415299044" sldId="263"/>
            <ac:picMk id="28" creationId="{8C21549F-666E-E057-43B6-93397D51CF83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2415299044" sldId="263"/>
            <ac:picMk id="29" creationId="{CE807C49-6A72-9803-F1D6-AF90A0BFC28B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2415299044" sldId="263"/>
            <ac:picMk id="30" creationId="{54A5EF4F-62FC-9AFF-EDE3-27F8953D34B7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2415299044" sldId="263"/>
            <ac:picMk id="31" creationId="{5841BF65-A49A-3C5D-FCC8-0F4D51D90C9A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2415299044" sldId="263"/>
            <ac:picMk id="32" creationId="{8F489664-3001-167F-2628-DEB5660A28C7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2415299044" sldId="263"/>
            <ac:picMk id="33" creationId="{28710D15-5F22-B76C-D5D0-ED63004F610A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2415299044" sldId="263"/>
            <ac:picMk id="34" creationId="{740ED39E-F369-7AFB-3C9E-92DAC222D723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2415299044" sldId="263"/>
            <ac:picMk id="35" creationId="{BC7C5650-692D-D041-DC36-C29367B0FCB9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2415299044" sldId="263"/>
            <ac:picMk id="36" creationId="{CC202C79-D2BA-3F39-B6BC-0ABC7195796D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2415299044" sldId="263"/>
            <ac:picMk id="37" creationId="{E7754370-4C99-0E3C-101A-A4948DCCD78D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2415299044" sldId="263"/>
            <ac:picMk id="38" creationId="{4F6DB19A-873A-EAA2-3D54-62CBD3C2FF85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2415299044" sldId="263"/>
            <ac:picMk id="39" creationId="{5C0414A7-2D49-850E-38AA-29148A9CA7BF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2415299044" sldId="263"/>
            <ac:picMk id="40" creationId="{CAF8AD6C-FAEE-73C4-2F93-8E77038D4D83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2415299044" sldId="263"/>
            <ac:picMk id="41" creationId="{E65DF9E8-4DAB-223B-FB51-A574727893D1}"/>
          </ac:picMkLst>
        </pc:picChg>
      </pc:sldChg>
      <pc:sldChg chg="addSp delSp modSp mod modTransition modAnim">
        <pc:chgData name="Abichal Paudel" userId="268c3f4ef9724049" providerId="LiveId" clId="{0B669F28-8940-4B80-BAC4-858AC3F79604}" dt="2026-09-09T14:51:36.164" v="817"/>
        <pc:sldMkLst>
          <pc:docMk/>
          <pc:sldMk cId="4091051064" sldId="264"/>
        </pc:sldMkLst>
        <pc:picChg chg="add del mod">
          <ac:chgData name="Abichal Paudel" userId="268c3f4ef9724049" providerId="LiveId" clId="{0B669F28-8940-4B80-BAC4-858AC3F79604}" dt="2026-09-09T13:15:38.709" v="599"/>
          <ac:picMkLst>
            <pc:docMk/>
            <pc:sldMk cId="4091051064" sldId="264"/>
            <ac:picMk id="4" creationId="{EAF64A78-1B05-392D-E071-8AEFD28D4176}"/>
          </ac:picMkLst>
        </pc:picChg>
        <pc:picChg chg="add del mod">
          <ac:chgData name="Abichal Paudel" userId="268c3f4ef9724049" providerId="LiveId" clId="{0B669F28-8940-4B80-BAC4-858AC3F79604}" dt="2026-09-09T13:33:36.077" v="610"/>
          <ac:picMkLst>
            <pc:docMk/>
            <pc:sldMk cId="4091051064" sldId="264"/>
            <ac:picMk id="7" creationId="{70E45280-BBCE-D1D9-0BF7-307725A2126B}"/>
          </ac:picMkLst>
        </pc:picChg>
        <pc:picChg chg="add del mod">
          <ac:chgData name="Abichal Paudel" userId="268c3f4ef9724049" providerId="LiveId" clId="{0B669F28-8940-4B80-BAC4-858AC3F79604}" dt="2026-09-09T14:04:22.719" v="683"/>
          <ac:picMkLst>
            <pc:docMk/>
            <pc:sldMk cId="4091051064" sldId="264"/>
            <ac:picMk id="13" creationId="{DB9169CC-C5BA-8F31-6573-C6D1CB0408D4}"/>
          </ac:picMkLst>
        </pc:picChg>
        <pc:picChg chg="add del mod ord">
          <ac:chgData name="Abichal Paudel" userId="268c3f4ef9724049" providerId="LiveId" clId="{0B669F28-8940-4B80-BAC4-858AC3F79604}" dt="2026-09-09T14:04:22.719" v="683"/>
          <ac:picMkLst>
            <pc:docMk/>
            <pc:sldMk cId="4091051064" sldId="264"/>
            <ac:picMk id="14" creationId="{1BCD26CE-7B5E-7157-590A-CDDB16C45722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4091051064" sldId="264"/>
            <ac:picMk id="15" creationId="{A41A4105-D776-315A-6C83-BB41042E19C0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4091051064" sldId="264"/>
            <ac:picMk id="16" creationId="{CD654054-152E-6F13-76B2-04D57472E888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4091051064" sldId="264"/>
            <ac:picMk id="19" creationId="{AB16F34E-51ED-6B23-6811-B78FF5D20D73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4091051064" sldId="264"/>
            <ac:picMk id="20" creationId="{AA5102BB-073C-031B-7526-6952DB4F8A56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4091051064" sldId="264"/>
            <ac:picMk id="21" creationId="{AE3B35FE-F45E-61AC-E3EF-5AD1D739CF52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4091051064" sldId="264"/>
            <ac:picMk id="22" creationId="{32096A31-A1A1-5592-E2CE-D3D203D3FE04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4091051064" sldId="264"/>
            <ac:picMk id="23" creationId="{9FC628BB-D61D-7CAA-AFA5-9B4C7E4E9076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4091051064" sldId="264"/>
            <ac:picMk id="24" creationId="{24F4D87D-49AD-55F6-D496-973637F97D09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4091051064" sldId="264"/>
            <ac:picMk id="25" creationId="{65C1C79F-9543-D73A-C2B6-460B2CF76995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4091051064" sldId="264"/>
            <ac:picMk id="26" creationId="{AFE57DEA-FBDE-125E-744F-29101FA70C15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4091051064" sldId="264"/>
            <ac:picMk id="29" creationId="{372655A7-AB36-C00F-7252-74305852C547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4091051064" sldId="264"/>
            <ac:picMk id="30" creationId="{B427FF80-CCB5-2784-DB8B-E730D95AFC5D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4091051064" sldId="264"/>
            <ac:picMk id="31" creationId="{F12912FA-4CEB-4146-6426-4DBB2C9DD2C8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4091051064" sldId="264"/>
            <ac:picMk id="32" creationId="{E8249DB4-0145-B47B-D38F-86154AFF313D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4091051064" sldId="264"/>
            <ac:picMk id="33" creationId="{D3D77481-867E-F58A-E4CC-29FC6EC5F516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4091051064" sldId="264"/>
            <ac:picMk id="34" creationId="{3F8E8788-46ED-2FA0-B312-FFC84CAB9359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4091051064" sldId="264"/>
            <ac:picMk id="35" creationId="{5F0FA103-F0C0-6DF4-90F5-C4E5586D4CC9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4091051064" sldId="264"/>
            <ac:picMk id="36" creationId="{0C761A8E-4ADD-60F7-9FE1-49B248706372}"/>
          </ac:picMkLst>
        </pc:picChg>
      </pc:sldChg>
      <pc:sldChg chg="addSp delSp modSp mod modTransition modAnim">
        <pc:chgData name="Abichal Paudel" userId="268c3f4ef9724049" providerId="LiveId" clId="{0B669F28-8940-4B80-BAC4-858AC3F79604}" dt="2026-09-09T14:51:36.164" v="817"/>
        <pc:sldMkLst>
          <pc:docMk/>
          <pc:sldMk cId="2068563066" sldId="265"/>
        </pc:sldMkLst>
        <pc:spChg chg="mod">
          <ac:chgData name="Abichal Paudel" userId="268c3f4ef9724049" providerId="LiveId" clId="{0B669F28-8940-4B80-BAC4-858AC3F79604}" dt="2026-09-08T10:30:38.881" v="516" actId="20577"/>
          <ac:spMkLst>
            <pc:docMk/>
            <pc:sldMk cId="2068563066" sldId="265"/>
            <ac:spMk id="3" creationId="{5C0D47F5-EB02-11EB-9D67-BEC0F2D74450}"/>
          </ac:spMkLst>
        </pc:spChg>
        <pc:graphicFrameChg chg="mod modGraphic">
          <ac:chgData name="Abichal Paudel" userId="268c3f4ef9724049" providerId="LiveId" clId="{0B669F28-8940-4B80-BAC4-858AC3F79604}" dt="2026-09-09T10:52:32.656" v="594" actId="207"/>
          <ac:graphicFrameMkLst>
            <pc:docMk/>
            <pc:sldMk cId="2068563066" sldId="265"/>
            <ac:graphicFrameMk id="5" creationId="{3720D4F3-13AC-5A7C-FEA1-0C7A67C3121C}"/>
          </ac:graphicFrameMkLst>
        </pc:graphicFrameChg>
        <pc:picChg chg="add del mod">
          <ac:chgData name="Abichal Paudel" userId="268c3f4ef9724049" providerId="LiveId" clId="{0B669F28-8940-4B80-BAC4-858AC3F79604}" dt="2026-09-09T14:04:22.719" v="683"/>
          <ac:picMkLst>
            <pc:docMk/>
            <pc:sldMk cId="2068563066" sldId="265"/>
            <ac:picMk id="3" creationId="{242AEEF9-5989-D572-DF48-C3A92762CC6E}"/>
          </ac:picMkLst>
        </pc:picChg>
        <pc:picChg chg="add del mod">
          <ac:chgData name="Abichal Paudel" userId="268c3f4ef9724049" providerId="LiveId" clId="{0B669F28-8940-4B80-BAC4-858AC3F79604}" dt="2026-09-09T14:04:22.719" v="683"/>
          <ac:picMkLst>
            <pc:docMk/>
            <pc:sldMk cId="2068563066" sldId="265"/>
            <ac:picMk id="4" creationId="{A60F72E9-62ED-D81D-4C54-8D16BA177D96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2068563066" sldId="265"/>
            <ac:picMk id="6" creationId="{F78AB37F-A712-E619-C52F-47F672236CA1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2068563066" sldId="265"/>
            <ac:picMk id="7" creationId="{97AAE0E0-3B85-5906-5F24-75DB3B871140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2068563066" sldId="265"/>
            <ac:picMk id="10" creationId="{4FD2E33F-ADA5-B611-02FB-16CD7DB3D628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2068563066" sldId="265"/>
            <ac:picMk id="11" creationId="{F48F0E73-D380-2CC5-4262-A46AC20211B0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2068563066" sldId="265"/>
            <ac:picMk id="12" creationId="{D535A1E1-3434-3438-B8BE-955D3CD127BE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2068563066" sldId="265"/>
            <ac:picMk id="13" creationId="{042F041E-8913-1600-E6CF-DF109CE57631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2068563066" sldId="265"/>
            <ac:picMk id="14" creationId="{90C2661E-9CD1-8531-65D0-F5143CED18C1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2068563066" sldId="265"/>
            <ac:picMk id="15" creationId="{9234DE5A-470D-A44B-3F49-CA0E8980DAE4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2068563066" sldId="265"/>
            <ac:picMk id="16" creationId="{3FFB8DB4-0D65-DF43-5E78-F154B4C1CD80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2068563066" sldId="265"/>
            <ac:picMk id="17" creationId="{7D2C63A8-1539-94AC-EE43-366A6184F8F4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2068563066" sldId="265"/>
            <ac:picMk id="24" creationId="{BE811A74-4260-A171-D416-0755467455C3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2068563066" sldId="265"/>
            <ac:picMk id="25" creationId="{FF0DB7D1-195D-D272-D4A1-A9410D369DB2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2068563066" sldId="265"/>
            <ac:picMk id="26" creationId="{CC2A51F8-19B4-2B1D-572E-681F27B9A79C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2068563066" sldId="265"/>
            <ac:picMk id="27" creationId="{74ADDE0E-040A-4B95-0A03-B9E56F20798A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2068563066" sldId="265"/>
            <ac:picMk id="28" creationId="{F59555B7-EE19-5C16-2D90-41B17DADEF94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2068563066" sldId="265"/>
            <ac:picMk id="29" creationId="{9D3F80CB-45A5-71C8-83D6-955E98DC939A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2068563066" sldId="265"/>
            <ac:picMk id="30" creationId="{92456704-B788-5945-2799-459DE1DD0FE9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2068563066" sldId="265"/>
            <ac:picMk id="31" creationId="{6A1027B8-B446-7FBD-8EF9-A2043B842E05}"/>
          </ac:picMkLst>
        </pc:picChg>
      </pc:sldChg>
      <pc:sldChg chg="addSp delSp modSp mod modTransition modAnim">
        <pc:chgData name="Abichal Paudel" userId="268c3f4ef9724049" providerId="LiveId" clId="{0B669F28-8940-4B80-BAC4-858AC3F79604}" dt="2026-09-09T14:51:36.164" v="817"/>
        <pc:sldMkLst>
          <pc:docMk/>
          <pc:sldMk cId="25155766" sldId="266"/>
        </pc:sldMkLst>
        <pc:picChg chg="add del mod">
          <ac:chgData name="Abichal Paudel" userId="268c3f4ef9724049" providerId="LiveId" clId="{0B669F28-8940-4B80-BAC4-858AC3F79604}" dt="2026-09-09T14:04:22.719" v="683"/>
          <ac:picMkLst>
            <pc:docMk/>
            <pc:sldMk cId="25155766" sldId="266"/>
            <ac:picMk id="5" creationId="{03FDF424-EB37-2482-7DD1-545503A79116}"/>
          </ac:picMkLst>
        </pc:picChg>
        <pc:picChg chg="add del mod">
          <ac:chgData name="Abichal Paudel" userId="268c3f4ef9724049" providerId="LiveId" clId="{0B669F28-8940-4B80-BAC4-858AC3F79604}" dt="2026-09-09T14:04:22.719" v="683"/>
          <ac:picMkLst>
            <pc:docMk/>
            <pc:sldMk cId="25155766" sldId="266"/>
            <ac:picMk id="6" creationId="{F734D6E4-0770-2EAB-619E-D962D0970F81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25155766" sldId="266"/>
            <ac:picMk id="7" creationId="{01C46FFF-DE68-E82A-9DFC-EB063A99A161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25155766" sldId="266"/>
            <ac:picMk id="8" creationId="{D649487D-067E-665E-35E4-E0EF2B0AA7BD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25155766" sldId="266"/>
            <ac:picMk id="11" creationId="{26846AF7-3AEC-A26B-A41D-39D221D82AC4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25155766" sldId="266"/>
            <ac:picMk id="12" creationId="{38D5D045-592A-AFAB-C0BA-362B128DBCBD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25155766" sldId="266"/>
            <ac:picMk id="13" creationId="{86B4DE34-749E-4EE7-5830-5C256B77F7CC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25155766" sldId="266"/>
            <ac:picMk id="14" creationId="{AD751F26-429B-E1B2-D335-65E2B4D110C4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25155766" sldId="266"/>
            <ac:picMk id="15" creationId="{CBA3E13F-962A-B742-37EB-478DDA5C09C4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25155766" sldId="266"/>
            <ac:picMk id="16" creationId="{6AEC0421-2F93-F0A3-F221-FECEC1FE7007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25155766" sldId="266"/>
            <ac:picMk id="17" creationId="{FB604537-707C-6248-FB2F-EF8AB37BA622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25155766" sldId="266"/>
            <ac:picMk id="18" creationId="{8128A77A-B9D2-B9DA-F411-6C1C7301C03F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25155766" sldId="266"/>
            <ac:picMk id="23" creationId="{D3506DC0-FB62-F420-D559-3EDDAAEA8EF7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25155766" sldId="266"/>
            <ac:picMk id="24" creationId="{72A33A73-BD72-57B7-40A4-F4A07476F448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25155766" sldId="266"/>
            <ac:picMk id="25" creationId="{F8B136F3-1594-ABD4-7075-EDED7A92698D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25155766" sldId="266"/>
            <ac:picMk id="26" creationId="{0C220155-EA9A-0BB7-9AD3-70C1C4FD66F3}"/>
          </ac:picMkLst>
        </pc:picChg>
      </pc:sldChg>
      <pc:sldChg chg="addSp delSp modSp mod modTransition modAnim">
        <pc:chgData name="Abichal Paudel" userId="268c3f4ef9724049" providerId="LiveId" clId="{0B669F28-8940-4B80-BAC4-858AC3F79604}" dt="2026-09-09T14:51:36.164" v="817"/>
        <pc:sldMkLst>
          <pc:docMk/>
          <pc:sldMk cId="1453134272" sldId="267"/>
        </pc:sldMkLst>
        <pc:picChg chg="add del mod">
          <ac:chgData name="Abichal Paudel" userId="268c3f4ef9724049" providerId="LiveId" clId="{0B669F28-8940-4B80-BAC4-858AC3F79604}" dt="2026-09-09T14:04:22.719" v="683"/>
          <ac:picMkLst>
            <pc:docMk/>
            <pc:sldMk cId="1453134272" sldId="267"/>
            <ac:picMk id="4" creationId="{1BBE730D-F53E-A31D-1E67-6B26AB958BB2}"/>
          </ac:picMkLst>
        </pc:picChg>
        <pc:picChg chg="add del mod">
          <ac:chgData name="Abichal Paudel" userId="268c3f4ef9724049" providerId="LiveId" clId="{0B669F28-8940-4B80-BAC4-858AC3F79604}" dt="2026-09-09T14:04:22.719" v="683"/>
          <ac:picMkLst>
            <pc:docMk/>
            <pc:sldMk cId="1453134272" sldId="267"/>
            <ac:picMk id="5" creationId="{B81AA096-C113-254A-7DA5-A34ECAA7941C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1453134272" sldId="267"/>
            <ac:picMk id="6" creationId="{24F5D336-26D6-1AC2-6E4C-DE699DB5F52F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1453134272" sldId="267"/>
            <ac:picMk id="7" creationId="{47C6F2BE-2490-66A7-6E1F-5C28A4B631F1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1453134272" sldId="267"/>
            <ac:picMk id="10" creationId="{6B6F1773-FA88-883D-0557-72DC1F78580F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1453134272" sldId="267"/>
            <ac:picMk id="11" creationId="{5ECE1768-9E15-A09A-6DC8-04D1D335D59D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1453134272" sldId="267"/>
            <ac:picMk id="12" creationId="{402CCF3E-9F5E-A434-3186-B7819BCAD3E2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1453134272" sldId="267"/>
            <ac:picMk id="13" creationId="{EFCFEF6C-3C9A-C7DB-8C48-16BEE0EE7AE6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1453134272" sldId="267"/>
            <ac:picMk id="14" creationId="{BACA0C1B-3701-9D3A-F7C9-85C8C1073A47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1453134272" sldId="267"/>
            <ac:picMk id="15" creationId="{686BC88E-0896-2766-AABB-30188F42F4DC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1453134272" sldId="267"/>
            <ac:picMk id="16" creationId="{1C35B4BB-E255-1DF9-1464-E230C8103077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1453134272" sldId="267"/>
            <ac:picMk id="18" creationId="{0B2A97C0-C43C-3671-87F7-57654ACF5575}"/>
          </ac:picMkLst>
        </pc:picChg>
      </pc:sldChg>
      <pc:sldChg chg="addSp delSp modSp mod modTransition setBg modAnim">
        <pc:chgData name="Abichal Paudel" userId="268c3f4ef9724049" providerId="LiveId" clId="{0B669F28-8940-4B80-BAC4-858AC3F79604}" dt="2026-09-09T14:51:36.164" v="817"/>
        <pc:sldMkLst>
          <pc:docMk/>
          <pc:sldMk cId="1388824946" sldId="268"/>
        </pc:sldMkLst>
        <pc:spChg chg="mod">
          <ac:chgData name="Abichal Paudel" userId="268c3f4ef9724049" providerId="LiveId" clId="{0B669F28-8940-4B80-BAC4-858AC3F79604}" dt="2026-09-09T10:53:54.502" v="596" actId="26606"/>
          <ac:spMkLst>
            <pc:docMk/>
            <pc:sldMk cId="1388824946" sldId="268"/>
            <ac:spMk id="2" creationId="{276F910E-AD7A-7ECC-0B81-0D322D867102}"/>
          </ac:spMkLst>
        </pc:spChg>
        <pc:spChg chg="mod">
          <ac:chgData name="Abichal Paudel" userId="268c3f4ef9724049" providerId="LiveId" clId="{0B669F28-8940-4B80-BAC4-858AC3F79604}" dt="2026-09-09T10:53:54.502" v="596" actId="26606"/>
          <ac:spMkLst>
            <pc:docMk/>
            <pc:sldMk cId="1388824946" sldId="268"/>
            <ac:spMk id="6" creationId="{BC28D646-A90C-C389-4607-88D472BDD510}"/>
          </ac:spMkLst>
        </pc:spChg>
        <pc:spChg chg="add del">
          <ac:chgData name="Abichal Paudel" userId="268c3f4ef9724049" providerId="LiveId" clId="{0B669F28-8940-4B80-BAC4-858AC3F79604}" dt="2026-09-09T10:53:54.502" v="596" actId="26606"/>
          <ac:spMkLst>
            <pc:docMk/>
            <pc:sldMk cId="1388824946" sldId="268"/>
            <ac:spMk id="11" creationId="{B6CDA21F-E7AF-4C75-8395-33F58D5B0E45}"/>
          </ac:spMkLst>
        </pc:spChg>
        <pc:spChg chg="add del">
          <ac:chgData name="Abichal Paudel" userId="268c3f4ef9724049" providerId="LiveId" clId="{0B669F28-8940-4B80-BAC4-858AC3F79604}" dt="2026-09-09T10:53:54.502" v="596" actId="26606"/>
          <ac:spMkLst>
            <pc:docMk/>
            <pc:sldMk cId="1388824946" sldId="268"/>
            <ac:spMk id="18" creationId="{D5B0017B-2ECA-49AF-B397-DC140825DF8D}"/>
          </ac:spMkLst>
        </pc:spChg>
        <pc:spChg chg="add">
          <ac:chgData name="Abichal Paudel" userId="268c3f4ef9724049" providerId="LiveId" clId="{0B669F28-8940-4B80-BAC4-858AC3F79604}" dt="2026-09-09T10:53:54.502" v="596" actId="26606"/>
          <ac:spMkLst>
            <pc:docMk/>
            <pc:sldMk cId="1388824946" sldId="268"/>
            <ac:spMk id="25" creationId="{081EA652-8C6A-4E69-BEB9-170809474553}"/>
          </ac:spMkLst>
        </pc:spChg>
        <pc:spChg chg="add">
          <ac:chgData name="Abichal Paudel" userId="268c3f4ef9724049" providerId="LiveId" clId="{0B669F28-8940-4B80-BAC4-858AC3F79604}" dt="2026-09-09T10:53:54.502" v="596" actId="26606"/>
          <ac:spMkLst>
            <pc:docMk/>
            <pc:sldMk cId="1388824946" sldId="268"/>
            <ac:spMk id="27" creationId="{5298780A-33B9-4EA2-8F67-DE68AD62841B}"/>
          </ac:spMkLst>
        </pc:spChg>
        <pc:spChg chg="add">
          <ac:chgData name="Abichal Paudel" userId="268c3f4ef9724049" providerId="LiveId" clId="{0B669F28-8940-4B80-BAC4-858AC3F79604}" dt="2026-09-09T10:53:54.502" v="596" actId="26606"/>
          <ac:spMkLst>
            <pc:docMk/>
            <pc:sldMk cId="1388824946" sldId="268"/>
            <ac:spMk id="29" creationId="{7F488E8B-4E1E-4402-8935-D4E6C02615C7}"/>
          </ac:spMkLst>
        </pc:spChg>
        <pc:grpChg chg="add del">
          <ac:chgData name="Abichal Paudel" userId="268c3f4ef9724049" providerId="LiveId" clId="{0B669F28-8940-4B80-BAC4-858AC3F79604}" dt="2026-09-09T10:53:54.502" v="596" actId="26606"/>
          <ac:grpSpMkLst>
            <pc:docMk/>
            <pc:sldMk cId="1388824946" sldId="268"/>
            <ac:grpSpMk id="13" creationId="{AE1C45F0-260A-458C-96ED-C1F6D2151219}"/>
          </ac:grpSpMkLst>
        </pc:grpChg>
        <pc:picChg chg="add del mod">
          <ac:chgData name="Abichal Paudel" userId="268c3f4ef9724049" providerId="LiveId" clId="{0B669F28-8940-4B80-BAC4-858AC3F79604}" dt="2026-09-09T14:04:22.719" v="683"/>
          <ac:picMkLst>
            <pc:docMk/>
            <pc:sldMk cId="1388824946" sldId="268"/>
            <ac:picMk id="3" creationId="{A4DBE4F3-417B-AE32-9F20-1D4CDF93198C}"/>
          </ac:picMkLst>
        </pc:picChg>
        <pc:picChg chg="add del mod">
          <ac:chgData name="Abichal Paudel" userId="268c3f4ef9724049" providerId="LiveId" clId="{0B669F28-8940-4B80-BAC4-858AC3F79604}" dt="2026-09-09T14:04:22.719" v="683"/>
          <ac:picMkLst>
            <pc:docMk/>
            <pc:sldMk cId="1388824946" sldId="268"/>
            <ac:picMk id="4" creationId="{5A76C01F-9F0E-15B5-972B-FC89AAB86C35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1388824946" sldId="268"/>
            <ac:picMk id="5" creationId="{A92A87AA-C2BF-A7FB-41FA-02FE302F5365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1388824946" sldId="268"/>
            <ac:picMk id="7" creationId="{7E93FC79-752D-4D7B-FBFE-5571DAE15CD8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1388824946" sldId="268"/>
            <ac:picMk id="16" creationId="{0DC70D9A-9D40-0071-5761-2483054CB6D8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1388824946" sldId="268"/>
            <ac:picMk id="17" creationId="{84DCF85D-AEF2-D385-D603-38A4347301C9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1388824946" sldId="268"/>
            <ac:picMk id="18" creationId="{09E92390-7316-DA72-26DD-70C1C44EE832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1388824946" sldId="268"/>
            <ac:picMk id="19" creationId="{7C34BD06-EFBD-6DA2-7DDF-204284CD37C4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1388824946" sldId="268"/>
            <ac:picMk id="24" creationId="{E8A24AF9-6D46-2025-9C21-189E91EFDB3D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1388824946" sldId="268"/>
            <ac:picMk id="26" creationId="{A1524E69-0022-039A-5318-668AD3F928CC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1388824946" sldId="268"/>
            <ac:picMk id="28" creationId="{72EF09EA-6E01-C9AA-1225-39DCB503105F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1388824946" sldId="268"/>
            <ac:picMk id="30" creationId="{067066B7-503B-3750-2BA2-C0B7C4EE98E4}"/>
          </ac:picMkLst>
        </pc:picChg>
        <pc:cxnChg chg="add del">
          <ac:chgData name="Abichal Paudel" userId="268c3f4ef9724049" providerId="LiveId" clId="{0B669F28-8940-4B80-BAC4-858AC3F79604}" dt="2026-09-09T10:53:54.502" v="596" actId="26606"/>
          <ac:cxnSpMkLst>
            <pc:docMk/>
            <pc:sldMk cId="1388824946" sldId="268"/>
            <ac:cxnSpMk id="20" creationId="{6CF1BAF6-AD41-4082-B212-8A1F9A2E8779}"/>
          </ac:cxnSpMkLst>
        </pc:cxnChg>
      </pc:sldChg>
      <pc:sldChg chg="new del">
        <pc:chgData name="Abichal Paudel" userId="268c3f4ef9724049" providerId="LiveId" clId="{0B669F28-8940-4B80-BAC4-858AC3F79604}" dt="2026-09-09T10:50:17.395" v="571" actId="47"/>
        <pc:sldMkLst>
          <pc:docMk/>
          <pc:sldMk cId="1210397934" sldId="269"/>
        </pc:sldMkLst>
      </pc:sldChg>
      <pc:sldChg chg="addSp delSp modSp add mod ord modTransition setBg modAnim">
        <pc:chgData name="Abichal Paudel" userId="268c3f4ef9724049" providerId="LiveId" clId="{0B669F28-8940-4B80-BAC4-858AC3F79604}" dt="2026-09-09T14:51:36.164" v="817"/>
        <pc:sldMkLst>
          <pc:docMk/>
          <pc:sldMk cId="0" sldId="270"/>
        </pc:sldMkLst>
        <pc:spChg chg="mod">
          <ac:chgData name="Abichal Paudel" userId="268c3f4ef9724049" providerId="LiveId" clId="{0B669F28-8940-4B80-BAC4-858AC3F79604}" dt="2026-09-09T10:50:02.249" v="570" actId="1076"/>
          <ac:spMkLst>
            <pc:docMk/>
            <pc:sldMk cId="0" sldId="270"/>
            <ac:spMk id="2" creationId="{00000000-0000-0000-0000-000000000000}"/>
          </ac:spMkLst>
        </pc:spChg>
        <pc:spChg chg="del mod">
          <ac:chgData name="Abichal Paudel" userId="268c3f4ef9724049" providerId="LiveId" clId="{0B669F28-8940-4B80-BAC4-858AC3F79604}" dt="2026-09-09T10:49:56.229" v="569" actId="478"/>
          <ac:spMkLst>
            <pc:docMk/>
            <pc:sldMk cId="0" sldId="270"/>
            <ac:spMk id="3" creationId="{00000000-0000-0000-0000-000000000000}"/>
          </ac:spMkLst>
        </pc:spChg>
        <pc:spChg chg="mod">
          <ac:chgData name="Abichal Paudel" userId="268c3f4ef9724049" providerId="LiveId" clId="{0B669F28-8940-4B80-BAC4-858AC3F79604}" dt="2026-09-09T10:48:57.726" v="550" actId="1076"/>
          <ac:spMkLst>
            <pc:docMk/>
            <pc:sldMk cId="0" sldId="270"/>
            <ac:spMk id="21" creationId="{00000000-0000-0000-0000-000000000000}"/>
          </ac:spMkLst>
        </pc:spChg>
        <pc:spChg chg="mod">
          <ac:chgData name="Abichal Paudel" userId="268c3f4ef9724049" providerId="LiveId" clId="{0B669F28-8940-4B80-BAC4-858AC3F79604}" dt="2026-09-09T10:50:38.201" v="580" actId="20577"/>
          <ac:spMkLst>
            <pc:docMk/>
            <pc:sldMk cId="0" sldId="270"/>
            <ac:spMk id="23" creationId="{00000000-0000-0000-0000-000000000000}"/>
          </ac:spMkLst>
        </pc:spChg>
        <pc:spChg chg="mod">
          <ac:chgData name="Abichal Paudel" userId="268c3f4ef9724049" providerId="LiveId" clId="{0B669F28-8940-4B80-BAC4-858AC3F79604}" dt="2026-09-09T10:49:05.691" v="551" actId="1076"/>
          <ac:spMkLst>
            <pc:docMk/>
            <pc:sldMk cId="0" sldId="270"/>
            <ac:spMk id="24" creationId="{00000000-0000-0000-0000-000000000000}"/>
          </ac:spMkLst>
        </pc:spChg>
        <pc:spChg chg="mod">
          <ac:chgData name="Abichal Paudel" userId="268c3f4ef9724049" providerId="LiveId" clId="{0B669F28-8940-4B80-BAC4-858AC3F79604}" dt="2026-09-09T10:50:48.432" v="587" actId="20577"/>
          <ac:spMkLst>
            <pc:docMk/>
            <pc:sldMk cId="0" sldId="270"/>
            <ac:spMk id="26" creationId="{00000000-0000-0000-0000-000000000000}"/>
          </ac:spMkLst>
        </pc:spChg>
        <pc:spChg chg="add del mod">
          <ac:chgData name="Abichal Paudel" userId="268c3f4ef9724049" providerId="LiveId" clId="{0B669F28-8940-4B80-BAC4-858AC3F79604}" dt="2026-09-09T10:49:34.361" v="565"/>
          <ac:spMkLst>
            <pc:docMk/>
            <pc:sldMk cId="0" sldId="270"/>
            <ac:spMk id="28" creationId="{3BEEB752-2443-8D14-45E8-DF7876F08DF7}"/>
          </ac:spMkLst>
        </pc:spChg>
        <pc:spChg chg="add mod">
          <ac:chgData name="Abichal Paudel" userId="268c3f4ef9724049" providerId="LiveId" clId="{0B669F28-8940-4B80-BAC4-858AC3F79604}" dt="2026-09-09T10:49:42.211" v="567" actId="20577"/>
          <ac:spMkLst>
            <pc:docMk/>
            <pc:sldMk cId="0" sldId="270"/>
            <ac:spMk id="30" creationId="{FB4DE76F-1F29-2739-19DC-55520CF669F3}"/>
          </ac:spMkLst>
        </pc:spChg>
        <pc:picChg chg="add del mod">
          <ac:chgData name="Abichal Paudel" userId="268c3f4ef9724049" providerId="LiveId" clId="{0B669F28-8940-4B80-BAC4-858AC3F79604}" dt="2026-09-09T13:15:38.709" v="599"/>
          <ac:picMkLst>
            <pc:docMk/>
            <pc:sldMk cId="0" sldId="270"/>
            <ac:picMk id="3" creationId="{B25571E3-E720-EFEF-7911-DEE03B65F022}"/>
          </ac:picMkLst>
        </pc:picChg>
        <pc:picChg chg="add del mod">
          <ac:chgData name="Abichal Paudel" userId="268c3f4ef9724049" providerId="LiveId" clId="{0B669F28-8940-4B80-BAC4-858AC3F79604}" dt="2026-09-09T13:33:36.077" v="610"/>
          <ac:picMkLst>
            <pc:docMk/>
            <pc:sldMk cId="0" sldId="270"/>
            <ac:picMk id="28" creationId="{FCFC4711-7343-C384-17CC-88A5AA32C56B}"/>
          </ac:picMkLst>
        </pc:picChg>
        <pc:picChg chg="add del mod">
          <ac:chgData name="Abichal Paudel" userId="268c3f4ef9724049" providerId="LiveId" clId="{0B669F28-8940-4B80-BAC4-858AC3F79604}" dt="2026-09-09T13:40:38.713" v="627"/>
          <ac:picMkLst>
            <pc:docMk/>
            <pc:sldMk cId="0" sldId="270"/>
            <ac:picMk id="32" creationId="{CAD44AF8-C3CB-027F-31F0-2FFEE9BA328E}"/>
          </ac:picMkLst>
        </pc:picChg>
        <pc:picChg chg="add del mod ord">
          <ac:chgData name="Abichal Paudel" userId="268c3f4ef9724049" providerId="LiveId" clId="{0B669F28-8940-4B80-BAC4-858AC3F79604}" dt="2026-09-09T13:40:38.713" v="627"/>
          <ac:picMkLst>
            <pc:docMk/>
            <pc:sldMk cId="0" sldId="270"/>
            <ac:picMk id="33" creationId="{BB096138-20C7-A03C-ADC9-6752E8D18B21}"/>
          </ac:picMkLst>
        </pc:picChg>
        <pc:picChg chg="add del mod">
          <ac:chgData name="Abichal Paudel" userId="268c3f4ef9724049" providerId="LiveId" clId="{0B669F28-8940-4B80-BAC4-858AC3F79604}" dt="2026-09-09T13:56:01.839" v="642"/>
          <ac:picMkLst>
            <pc:docMk/>
            <pc:sldMk cId="0" sldId="270"/>
            <ac:picMk id="34" creationId="{D10D86B2-D736-BCD5-CF06-D6B75C13D711}"/>
          </ac:picMkLst>
        </pc:picChg>
        <pc:picChg chg="add del mod">
          <ac:chgData name="Abichal Paudel" userId="268c3f4ef9724049" providerId="LiveId" clId="{0B669F28-8940-4B80-BAC4-858AC3F79604}" dt="2026-09-09T13:56:01.839" v="642"/>
          <ac:picMkLst>
            <pc:docMk/>
            <pc:sldMk cId="0" sldId="270"/>
            <ac:picMk id="35" creationId="{8D99DA4D-23B0-20C6-4793-283B3B9C8742}"/>
          </ac:picMkLst>
        </pc:picChg>
        <pc:picChg chg="add del mod ord">
          <ac:chgData name="Abichal Paudel" userId="268c3f4ef9724049" providerId="LiveId" clId="{0B669F28-8940-4B80-BAC4-858AC3F79604}" dt="2026-09-09T14:04:22.719" v="683"/>
          <ac:picMkLst>
            <pc:docMk/>
            <pc:sldMk cId="0" sldId="270"/>
            <ac:picMk id="40" creationId="{9EDD1B7B-92F4-9292-C6FA-2A4BF493557E}"/>
          </ac:picMkLst>
        </pc:picChg>
        <pc:picChg chg="add del mod ord">
          <ac:chgData name="Abichal Paudel" userId="268c3f4ef9724049" providerId="LiveId" clId="{0B669F28-8940-4B80-BAC4-858AC3F79604}" dt="2026-09-09T14:04:22.719" v="683"/>
          <ac:picMkLst>
            <pc:docMk/>
            <pc:sldMk cId="0" sldId="270"/>
            <ac:picMk id="41" creationId="{4AFD91B5-DB98-72FC-9B76-E08EB4F5D4C3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0" sldId="270"/>
            <ac:picMk id="42" creationId="{1003E883-7BE4-090B-77C3-8333093A138D}"/>
          </ac:picMkLst>
        </pc:picChg>
        <pc:picChg chg="add del mod">
          <ac:chgData name="Abichal Paudel" userId="268c3f4ef9724049" providerId="LiveId" clId="{0B669F28-8940-4B80-BAC4-858AC3F79604}" dt="2026-09-09T14:17:42.638" v="711"/>
          <ac:picMkLst>
            <pc:docMk/>
            <pc:sldMk cId="0" sldId="270"/>
            <ac:picMk id="43" creationId="{9AD5E375-1656-7F33-97AB-A3FDCB6B2EE5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0" sldId="270"/>
            <ac:picMk id="46" creationId="{0863C6E8-B457-0CA0-5CC3-541211680C20}"/>
          </ac:picMkLst>
        </pc:picChg>
        <pc:picChg chg="add del mod ord">
          <ac:chgData name="Abichal Paudel" userId="268c3f4ef9724049" providerId="LiveId" clId="{0B669F28-8940-4B80-BAC4-858AC3F79604}" dt="2026-09-09T14:21:52.772" v="712"/>
          <ac:picMkLst>
            <pc:docMk/>
            <pc:sldMk cId="0" sldId="270"/>
            <ac:picMk id="47" creationId="{C637C210-A9E7-1257-DCB1-18F5A7E6DDAD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0" sldId="270"/>
            <ac:picMk id="48" creationId="{EFC4AA90-5FFB-E6EF-19BA-CD7CFC67D51C}"/>
          </ac:picMkLst>
        </pc:picChg>
        <pc:picChg chg="add del mod">
          <ac:chgData name="Abichal Paudel" userId="268c3f4ef9724049" providerId="LiveId" clId="{0B669F28-8940-4B80-BAC4-858AC3F79604}" dt="2026-09-09T14:22:20.618" v="740"/>
          <ac:picMkLst>
            <pc:docMk/>
            <pc:sldMk cId="0" sldId="270"/>
            <ac:picMk id="49" creationId="{A2977402-7896-675C-DD12-A72F84C74B84}"/>
          </ac:picMkLst>
        </pc:picChg>
        <pc:picChg chg="add del mod ord">
          <ac:chgData name="Abichal Paudel" userId="268c3f4ef9724049" providerId="LiveId" clId="{0B669F28-8940-4B80-BAC4-858AC3F79604}" dt="2026-09-09T14:24:31.760" v="741"/>
          <ac:picMkLst>
            <pc:docMk/>
            <pc:sldMk cId="0" sldId="270"/>
            <ac:picMk id="50" creationId="{43ED9EE4-3185-3455-A610-677B72C9FD66}"/>
          </ac:picMkLst>
        </pc:picChg>
        <pc:picChg chg="add del mod ord">
          <ac:chgData name="Abichal Paudel" userId="268c3f4ef9724049" providerId="LiveId" clId="{0B669F28-8940-4B80-BAC4-858AC3F79604}" dt="2026-09-09T14:24:31.760" v="741"/>
          <ac:picMkLst>
            <pc:docMk/>
            <pc:sldMk cId="0" sldId="270"/>
            <ac:picMk id="51" creationId="{B09C987E-23EC-1131-5C2E-9A7D0A596540}"/>
          </ac:picMkLst>
        </pc:picChg>
        <pc:picChg chg="add del mod">
          <ac:chgData name="Abichal Paudel" userId="268c3f4ef9724049" providerId="LiveId" clId="{0B669F28-8940-4B80-BAC4-858AC3F79604}" dt="2026-09-09T14:24:36.545" v="756"/>
          <ac:picMkLst>
            <pc:docMk/>
            <pc:sldMk cId="0" sldId="270"/>
            <ac:picMk id="52" creationId="{2A9A19A9-C076-0DF9-D0C6-20A5AD1EE37C}"/>
          </ac:picMkLst>
        </pc:picChg>
        <pc:picChg chg="add del mod">
          <ac:chgData name="Abichal Paudel" userId="268c3f4ef9724049" providerId="LiveId" clId="{0B669F28-8940-4B80-BAC4-858AC3F79604}" dt="2026-09-09T14:24:36.545" v="756"/>
          <ac:picMkLst>
            <pc:docMk/>
            <pc:sldMk cId="0" sldId="270"/>
            <ac:picMk id="53" creationId="{B46FF4D6-6B8A-35AF-69C6-287F72EB1870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0" sldId="270"/>
            <ac:picMk id="58" creationId="{7396FA0F-00F1-B003-DB8F-D3651E01A68D}"/>
          </ac:picMkLst>
        </pc:picChg>
        <pc:picChg chg="add del mod ord">
          <ac:chgData name="Abichal Paudel" userId="268c3f4ef9724049" providerId="LiveId" clId="{0B669F28-8940-4B80-BAC4-858AC3F79604}" dt="2026-09-09T14:27:26.765" v="757"/>
          <ac:picMkLst>
            <pc:docMk/>
            <pc:sldMk cId="0" sldId="270"/>
            <ac:picMk id="59" creationId="{B586E328-0716-E98F-E822-AA285CDB5645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0" sldId="270"/>
            <ac:picMk id="60" creationId="{F1E455C1-56B4-FBEB-FBAC-2ECEFA3452AA}"/>
          </ac:picMkLst>
        </pc:picChg>
        <pc:picChg chg="add del mod">
          <ac:chgData name="Abichal Paudel" userId="268c3f4ef9724049" providerId="LiveId" clId="{0B669F28-8940-4B80-BAC4-858AC3F79604}" dt="2026-09-09T14:34:05.990" v="779"/>
          <ac:picMkLst>
            <pc:docMk/>
            <pc:sldMk cId="0" sldId="270"/>
            <ac:picMk id="61" creationId="{360748BE-79A8-DD15-F0F1-2ABB493F9640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0" sldId="270"/>
            <ac:picMk id="62" creationId="{9EC42E86-BB10-BC04-C9FB-674753277BE8}"/>
          </ac:picMkLst>
        </pc:picChg>
        <pc:picChg chg="add del mod ord">
          <ac:chgData name="Abichal Paudel" userId="268c3f4ef9724049" providerId="LiveId" clId="{0B669F28-8940-4B80-BAC4-858AC3F79604}" dt="2026-09-09T14:37:38.993" v="789"/>
          <ac:picMkLst>
            <pc:docMk/>
            <pc:sldMk cId="0" sldId="270"/>
            <ac:picMk id="63" creationId="{AB71CD73-1B72-446D-401C-25BA5A74E902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0" sldId="270"/>
            <ac:picMk id="64" creationId="{5E6EBF48-E775-A8CC-C7BA-7811B1C20018}"/>
          </ac:picMkLst>
        </pc:picChg>
        <pc:picChg chg="add del mod">
          <ac:chgData name="Abichal Paudel" userId="268c3f4ef9724049" providerId="LiveId" clId="{0B669F28-8940-4B80-BAC4-858AC3F79604}" dt="2026-09-09T14:37:52.386" v="813"/>
          <ac:picMkLst>
            <pc:docMk/>
            <pc:sldMk cId="0" sldId="270"/>
            <ac:picMk id="65" creationId="{E6B961C4-F686-2588-C0BF-9BF17903DBAE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0" sldId="270"/>
            <ac:picMk id="66" creationId="{740DADA1-3803-9E0B-35E0-4D92A2CAB8E8}"/>
          </ac:picMkLst>
        </pc:picChg>
        <pc:picChg chg="add del mod ord">
          <ac:chgData name="Abichal Paudel" userId="268c3f4ef9724049" providerId="LiveId" clId="{0B669F28-8940-4B80-BAC4-858AC3F79604}" dt="2026-09-09T14:41:27.604" v="814"/>
          <ac:picMkLst>
            <pc:docMk/>
            <pc:sldMk cId="0" sldId="270"/>
            <ac:picMk id="67" creationId="{AA804CB2-84DA-2176-C0A8-1E20489DE5C3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0" sldId="270"/>
            <ac:picMk id="68" creationId="{25C0D002-F375-0EA7-9B8A-24D894259D90}"/>
          </ac:picMkLst>
        </pc:picChg>
        <pc:picChg chg="add del mod">
          <ac:chgData name="Abichal Paudel" userId="268c3f4ef9724049" providerId="LiveId" clId="{0B669F28-8940-4B80-BAC4-858AC3F79604}" dt="2026-09-09T14:51:36.164" v="817"/>
          <ac:picMkLst>
            <pc:docMk/>
            <pc:sldMk cId="0" sldId="270"/>
            <ac:picMk id="69" creationId="{F0C862C6-8A78-496E-F154-5B4119AE56A8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#4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#6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F70C6A-4D9F-40CA-AA6D-5AFA95C1CCC9}" type="doc">
      <dgm:prSet loTypeId="urn:microsoft.com/office/officeart/2018/2/layout/IconLabelList" loCatId="icon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997EEFEB-549B-47D6-A546-0B36FF26CF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Focus: Goalkeeper shot-stopping efficiency</a:t>
          </a:r>
        </a:p>
      </dgm:t>
    </dgm:pt>
    <dgm:pt modelId="{82D19854-2583-4286-B8EB-5E44113D64E8}" type="parTrans" cxnId="{9325CB36-2B15-41E3-9B55-8F93F2662CFE}">
      <dgm:prSet/>
      <dgm:spPr/>
      <dgm:t>
        <a:bodyPr/>
        <a:lstStyle/>
        <a:p>
          <a:endParaRPr lang="en-US"/>
        </a:p>
      </dgm:t>
    </dgm:pt>
    <dgm:pt modelId="{654E65A2-69F4-4F87-BE10-BD88130C3A71}" type="sibTrans" cxnId="{9325CB36-2B15-41E3-9B55-8F93F2662CFE}">
      <dgm:prSet/>
      <dgm:spPr/>
      <dgm:t>
        <a:bodyPr/>
        <a:lstStyle/>
        <a:p>
          <a:endParaRPr lang="en-US"/>
        </a:p>
      </dgm:t>
    </dgm:pt>
    <dgm:pt modelId="{AC586636-169E-465F-BF95-154C3A0307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Comparison: High-workload vs low-workload keepers</a:t>
          </a:r>
        </a:p>
      </dgm:t>
    </dgm:pt>
    <dgm:pt modelId="{BB6B5F50-053A-41D9-8232-9D0C5C712BD7}" type="parTrans" cxnId="{2CCAAFBB-CA53-4751-9260-C732DEFD22FA}">
      <dgm:prSet/>
      <dgm:spPr/>
      <dgm:t>
        <a:bodyPr/>
        <a:lstStyle/>
        <a:p>
          <a:endParaRPr lang="en-US"/>
        </a:p>
      </dgm:t>
    </dgm:pt>
    <dgm:pt modelId="{B69E0266-07C0-4DAE-B02F-FC0691C0BE02}" type="sibTrans" cxnId="{2CCAAFBB-CA53-4751-9260-C732DEFD22FA}">
      <dgm:prSet/>
      <dgm:spPr/>
      <dgm:t>
        <a:bodyPr/>
        <a:lstStyle/>
        <a:p>
          <a:endParaRPr lang="en-US"/>
        </a:p>
      </dgm:t>
    </dgm:pt>
    <dgm:pt modelId="{B8DEDD2F-2A41-45D4-87F2-1F7A4D34D9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Test: Two Sample t-test</a:t>
          </a:r>
        </a:p>
      </dgm:t>
    </dgm:pt>
    <dgm:pt modelId="{FC9FE422-3BC6-49F1-9369-5261CBD56C33}" type="parTrans" cxnId="{05E6975E-9CD0-4EF7-966C-FD6D1A649EFB}">
      <dgm:prSet/>
      <dgm:spPr/>
      <dgm:t>
        <a:bodyPr/>
        <a:lstStyle/>
        <a:p>
          <a:endParaRPr lang="en-US"/>
        </a:p>
      </dgm:t>
    </dgm:pt>
    <dgm:pt modelId="{AE84DA03-72E8-4793-95C6-14DF2E7A597D}" type="sibTrans" cxnId="{05E6975E-9CD0-4EF7-966C-FD6D1A649EFB}">
      <dgm:prSet/>
      <dgm:spPr/>
      <dgm:t>
        <a:bodyPr/>
        <a:lstStyle/>
        <a:p>
          <a:endParaRPr lang="en-US"/>
        </a:p>
      </dgm:t>
    </dgm:pt>
    <dgm:pt modelId="{4B0D6A9B-E109-42FD-A9B3-B0D69C07365C}" type="pres">
      <dgm:prSet presAssocID="{24F70C6A-4D9F-40CA-AA6D-5AFA95C1CCC9}" presName="root" presStyleCnt="0">
        <dgm:presLayoutVars>
          <dgm:dir/>
          <dgm:resizeHandles val="exact"/>
        </dgm:presLayoutVars>
      </dgm:prSet>
      <dgm:spPr/>
    </dgm:pt>
    <dgm:pt modelId="{B9081244-D161-40AB-A888-6414748CF652}" type="pres">
      <dgm:prSet presAssocID="{997EEFEB-549B-47D6-A546-0B36FF26CF65}" presName="compNode" presStyleCnt="0"/>
      <dgm:spPr/>
    </dgm:pt>
    <dgm:pt modelId="{6E426789-FDAE-4EE6-AC55-D19BAE052B20}" type="pres">
      <dgm:prSet presAssocID="{997EEFEB-549B-47D6-A546-0B36FF26CF6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ccer Player"/>
        </a:ext>
      </dgm:extLst>
    </dgm:pt>
    <dgm:pt modelId="{C6DDE2A1-F6B5-48F8-AC3D-A3043135A277}" type="pres">
      <dgm:prSet presAssocID="{997EEFEB-549B-47D6-A546-0B36FF26CF65}" presName="spaceRect" presStyleCnt="0"/>
      <dgm:spPr/>
    </dgm:pt>
    <dgm:pt modelId="{0CDEFB2C-1F15-4E37-A4E9-C1C8504EC751}" type="pres">
      <dgm:prSet presAssocID="{997EEFEB-549B-47D6-A546-0B36FF26CF65}" presName="textRect" presStyleLbl="revTx" presStyleIdx="0" presStyleCnt="3">
        <dgm:presLayoutVars>
          <dgm:chMax val="1"/>
          <dgm:chPref val="1"/>
        </dgm:presLayoutVars>
      </dgm:prSet>
      <dgm:spPr/>
    </dgm:pt>
    <dgm:pt modelId="{7E528A63-429B-4750-9732-5DC7D6ED1E1F}" type="pres">
      <dgm:prSet presAssocID="{654E65A2-69F4-4F87-BE10-BD88130C3A71}" presName="sibTrans" presStyleCnt="0"/>
      <dgm:spPr/>
    </dgm:pt>
    <dgm:pt modelId="{4EA835B2-0E5E-4A48-BB17-42966F9DDD17}" type="pres">
      <dgm:prSet presAssocID="{AC586636-169E-465F-BF95-154C3A03074C}" presName="compNode" presStyleCnt="0"/>
      <dgm:spPr/>
    </dgm:pt>
    <dgm:pt modelId="{C0A97A4B-8743-465D-98F2-0702B6B52AC9}" type="pres">
      <dgm:prSet presAssocID="{AC586636-169E-465F-BF95-154C3A03074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dy Builder"/>
        </a:ext>
      </dgm:extLst>
    </dgm:pt>
    <dgm:pt modelId="{80815D13-3904-41FE-B6FD-F965FBDA57BC}" type="pres">
      <dgm:prSet presAssocID="{AC586636-169E-465F-BF95-154C3A03074C}" presName="spaceRect" presStyleCnt="0"/>
      <dgm:spPr/>
    </dgm:pt>
    <dgm:pt modelId="{FBE3E4DE-6E4A-431C-805C-48CBF44C0ABD}" type="pres">
      <dgm:prSet presAssocID="{AC586636-169E-465F-BF95-154C3A03074C}" presName="textRect" presStyleLbl="revTx" presStyleIdx="1" presStyleCnt="3">
        <dgm:presLayoutVars>
          <dgm:chMax val="1"/>
          <dgm:chPref val="1"/>
        </dgm:presLayoutVars>
      </dgm:prSet>
      <dgm:spPr/>
    </dgm:pt>
    <dgm:pt modelId="{4CC860B0-6FC5-4E42-B45B-D8A1BE9A8FE4}" type="pres">
      <dgm:prSet presAssocID="{B69E0266-07C0-4DAE-B02F-FC0691C0BE02}" presName="sibTrans" presStyleCnt="0"/>
      <dgm:spPr/>
    </dgm:pt>
    <dgm:pt modelId="{C128033B-40C5-466B-95C8-A26B040C4B12}" type="pres">
      <dgm:prSet presAssocID="{B8DEDD2F-2A41-45D4-87F2-1F7A4D34D968}" presName="compNode" presStyleCnt="0"/>
      <dgm:spPr/>
    </dgm:pt>
    <dgm:pt modelId="{DA2D09B3-FC6F-4C12-A08A-9C4145FB9D93}" type="pres">
      <dgm:prSet presAssocID="{B8DEDD2F-2A41-45D4-87F2-1F7A4D34D96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AC7DEA1A-20F1-4187-A16B-EA0B5161BC1F}" type="pres">
      <dgm:prSet presAssocID="{B8DEDD2F-2A41-45D4-87F2-1F7A4D34D968}" presName="spaceRect" presStyleCnt="0"/>
      <dgm:spPr/>
    </dgm:pt>
    <dgm:pt modelId="{0F9A1D76-FF24-4AC1-9D28-836D3646FE7D}" type="pres">
      <dgm:prSet presAssocID="{B8DEDD2F-2A41-45D4-87F2-1F7A4D34D96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325CB36-2B15-41E3-9B55-8F93F2662CFE}" srcId="{24F70C6A-4D9F-40CA-AA6D-5AFA95C1CCC9}" destId="{997EEFEB-549B-47D6-A546-0B36FF26CF65}" srcOrd="0" destOrd="0" parTransId="{82D19854-2583-4286-B8EB-5E44113D64E8}" sibTransId="{654E65A2-69F4-4F87-BE10-BD88130C3A71}"/>
    <dgm:cxn modelId="{05E6975E-9CD0-4EF7-966C-FD6D1A649EFB}" srcId="{24F70C6A-4D9F-40CA-AA6D-5AFA95C1CCC9}" destId="{B8DEDD2F-2A41-45D4-87F2-1F7A4D34D968}" srcOrd="2" destOrd="0" parTransId="{FC9FE422-3BC6-49F1-9369-5261CBD56C33}" sibTransId="{AE84DA03-72E8-4793-95C6-14DF2E7A597D}"/>
    <dgm:cxn modelId="{2CCAAFBB-CA53-4751-9260-C732DEFD22FA}" srcId="{24F70C6A-4D9F-40CA-AA6D-5AFA95C1CCC9}" destId="{AC586636-169E-465F-BF95-154C3A03074C}" srcOrd="1" destOrd="0" parTransId="{BB6B5F50-053A-41D9-8232-9D0C5C712BD7}" sibTransId="{B69E0266-07C0-4DAE-B02F-FC0691C0BE02}"/>
    <dgm:cxn modelId="{48E825C3-1D17-4F9D-BA0C-2BB1DA909ABA}" type="presOf" srcId="{B8DEDD2F-2A41-45D4-87F2-1F7A4D34D968}" destId="{0F9A1D76-FF24-4AC1-9D28-836D3646FE7D}" srcOrd="0" destOrd="0" presId="urn:microsoft.com/office/officeart/2018/2/layout/IconLabelList"/>
    <dgm:cxn modelId="{212A1FC5-F2BC-40C5-A6F5-0081247846F2}" type="presOf" srcId="{997EEFEB-549B-47D6-A546-0B36FF26CF65}" destId="{0CDEFB2C-1F15-4E37-A4E9-C1C8504EC751}" srcOrd="0" destOrd="0" presId="urn:microsoft.com/office/officeart/2018/2/layout/IconLabelList"/>
    <dgm:cxn modelId="{D42E3FEB-6824-4928-8BD7-8F617A84E730}" type="presOf" srcId="{24F70C6A-4D9F-40CA-AA6D-5AFA95C1CCC9}" destId="{4B0D6A9B-E109-42FD-A9B3-B0D69C07365C}" srcOrd="0" destOrd="0" presId="urn:microsoft.com/office/officeart/2018/2/layout/IconLabelList"/>
    <dgm:cxn modelId="{545E16F2-D62C-4613-A341-6C1FD14A3802}" type="presOf" srcId="{AC586636-169E-465F-BF95-154C3A03074C}" destId="{FBE3E4DE-6E4A-431C-805C-48CBF44C0ABD}" srcOrd="0" destOrd="0" presId="urn:microsoft.com/office/officeart/2018/2/layout/IconLabelList"/>
    <dgm:cxn modelId="{E5BCF082-35EA-4870-8B9E-5795AB0579C6}" type="presParOf" srcId="{4B0D6A9B-E109-42FD-A9B3-B0D69C07365C}" destId="{B9081244-D161-40AB-A888-6414748CF652}" srcOrd="0" destOrd="0" presId="urn:microsoft.com/office/officeart/2018/2/layout/IconLabelList"/>
    <dgm:cxn modelId="{5F0C2C68-BDC4-4F86-9F98-365A6AF68F47}" type="presParOf" srcId="{B9081244-D161-40AB-A888-6414748CF652}" destId="{6E426789-FDAE-4EE6-AC55-D19BAE052B20}" srcOrd="0" destOrd="0" presId="urn:microsoft.com/office/officeart/2018/2/layout/IconLabelList"/>
    <dgm:cxn modelId="{D7B2D9F4-2ADB-4FDE-9E65-2C57FAD04462}" type="presParOf" srcId="{B9081244-D161-40AB-A888-6414748CF652}" destId="{C6DDE2A1-F6B5-48F8-AC3D-A3043135A277}" srcOrd="1" destOrd="0" presId="urn:microsoft.com/office/officeart/2018/2/layout/IconLabelList"/>
    <dgm:cxn modelId="{2E4B3700-3587-4775-8B91-A6F9729171D4}" type="presParOf" srcId="{B9081244-D161-40AB-A888-6414748CF652}" destId="{0CDEFB2C-1F15-4E37-A4E9-C1C8504EC751}" srcOrd="2" destOrd="0" presId="urn:microsoft.com/office/officeart/2018/2/layout/IconLabelList"/>
    <dgm:cxn modelId="{F0556E5B-D923-4951-AF6C-14378E83B407}" type="presParOf" srcId="{4B0D6A9B-E109-42FD-A9B3-B0D69C07365C}" destId="{7E528A63-429B-4750-9732-5DC7D6ED1E1F}" srcOrd="1" destOrd="0" presId="urn:microsoft.com/office/officeart/2018/2/layout/IconLabelList"/>
    <dgm:cxn modelId="{2D742DD9-5ECA-406A-9F2D-79DF3649C8D0}" type="presParOf" srcId="{4B0D6A9B-E109-42FD-A9B3-B0D69C07365C}" destId="{4EA835B2-0E5E-4A48-BB17-42966F9DDD17}" srcOrd="2" destOrd="0" presId="urn:microsoft.com/office/officeart/2018/2/layout/IconLabelList"/>
    <dgm:cxn modelId="{BA69EABA-C3D5-4C00-841B-D26A9E30E103}" type="presParOf" srcId="{4EA835B2-0E5E-4A48-BB17-42966F9DDD17}" destId="{C0A97A4B-8743-465D-98F2-0702B6B52AC9}" srcOrd="0" destOrd="0" presId="urn:microsoft.com/office/officeart/2018/2/layout/IconLabelList"/>
    <dgm:cxn modelId="{5D4A7B21-407A-4D08-9B4D-8B2126741D22}" type="presParOf" srcId="{4EA835B2-0E5E-4A48-BB17-42966F9DDD17}" destId="{80815D13-3904-41FE-B6FD-F965FBDA57BC}" srcOrd="1" destOrd="0" presId="urn:microsoft.com/office/officeart/2018/2/layout/IconLabelList"/>
    <dgm:cxn modelId="{3A034C9B-6403-44BF-84CF-AE085FC54D4F}" type="presParOf" srcId="{4EA835B2-0E5E-4A48-BB17-42966F9DDD17}" destId="{FBE3E4DE-6E4A-431C-805C-48CBF44C0ABD}" srcOrd="2" destOrd="0" presId="urn:microsoft.com/office/officeart/2018/2/layout/IconLabelList"/>
    <dgm:cxn modelId="{7ACD4C7C-0453-4F2E-B7E2-FDDB0345C713}" type="presParOf" srcId="{4B0D6A9B-E109-42FD-A9B3-B0D69C07365C}" destId="{4CC860B0-6FC5-4E42-B45B-D8A1BE9A8FE4}" srcOrd="3" destOrd="0" presId="urn:microsoft.com/office/officeart/2018/2/layout/IconLabelList"/>
    <dgm:cxn modelId="{724FC758-B00E-4B42-9E21-D85EA585F3F9}" type="presParOf" srcId="{4B0D6A9B-E109-42FD-A9B3-B0D69C07365C}" destId="{C128033B-40C5-466B-95C8-A26B040C4B12}" srcOrd="4" destOrd="0" presId="urn:microsoft.com/office/officeart/2018/2/layout/IconLabelList"/>
    <dgm:cxn modelId="{9828C1E4-8C14-46B3-BF24-61574DBA8150}" type="presParOf" srcId="{C128033B-40C5-466B-95C8-A26B040C4B12}" destId="{DA2D09B3-FC6F-4C12-A08A-9C4145FB9D93}" srcOrd="0" destOrd="0" presId="urn:microsoft.com/office/officeart/2018/2/layout/IconLabelList"/>
    <dgm:cxn modelId="{D8D517C3-255E-42EB-AB91-66BF04E17B32}" type="presParOf" srcId="{C128033B-40C5-466B-95C8-A26B040C4B12}" destId="{AC7DEA1A-20F1-4187-A16B-EA0B5161BC1F}" srcOrd="1" destOrd="0" presId="urn:microsoft.com/office/officeart/2018/2/layout/IconLabelList"/>
    <dgm:cxn modelId="{464DF624-68E2-4AC2-B5D7-6E8555CC18A0}" type="presParOf" srcId="{C128033B-40C5-466B-95C8-A26B040C4B12}" destId="{0F9A1D76-FF24-4AC1-9D28-836D3646FE7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566190-42E7-4C4B-8AC0-F86990D7D724}" type="doc">
      <dgm:prSet loTypeId="urn:microsoft.com/office/officeart/2005/8/layout/vList2" loCatId="list" qsTypeId="urn:microsoft.com/office/officeart/2005/8/quickstyle/simple1#6" qsCatId="simple" csTypeId="urn:microsoft.com/office/officeart/2005/8/colors/accent1_2#6" csCatId="accent1"/>
      <dgm:spPr/>
      <dgm:t>
        <a:bodyPr/>
        <a:lstStyle/>
        <a:p>
          <a:endParaRPr lang="en-US"/>
        </a:p>
      </dgm:t>
    </dgm:pt>
    <dgm:pt modelId="{9FF0E271-8652-4863-9417-082AF874F1C7}">
      <dgm:prSet/>
      <dgm:spPr/>
      <dgm:t>
        <a:bodyPr/>
        <a:lstStyle/>
        <a:p>
          <a:r>
            <a:rPr lang="en-US"/>
            <a:t>Data Wrangling</a:t>
          </a:r>
        </a:p>
      </dgm:t>
    </dgm:pt>
    <dgm:pt modelId="{4F1C6955-0426-4443-80EA-0A5B20E6622C}" type="parTrans" cxnId="{7815588D-E40B-4606-B891-0A1D1AADD2C6}">
      <dgm:prSet/>
      <dgm:spPr/>
      <dgm:t>
        <a:bodyPr/>
        <a:lstStyle/>
        <a:p>
          <a:endParaRPr lang="en-US"/>
        </a:p>
      </dgm:t>
    </dgm:pt>
    <dgm:pt modelId="{8EB272BD-FD71-4CCD-8F8A-1092C1515244}" type="sibTrans" cxnId="{7815588D-E40B-4606-B891-0A1D1AADD2C6}">
      <dgm:prSet/>
      <dgm:spPr/>
      <dgm:t>
        <a:bodyPr/>
        <a:lstStyle/>
        <a:p>
          <a:endParaRPr lang="en-US"/>
        </a:p>
      </dgm:t>
    </dgm:pt>
    <dgm:pt modelId="{2FD69B71-8843-42D2-A5B3-7C52DBC5EB6B}">
      <dgm:prSet/>
      <dgm:spPr/>
      <dgm:t>
        <a:bodyPr/>
        <a:lstStyle/>
        <a:p>
          <a:r>
            <a:rPr lang="en-US"/>
            <a:t>Data Preparation</a:t>
          </a:r>
        </a:p>
      </dgm:t>
    </dgm:pt>
    <dgm:pt modelId="{C57AD550-8A06-48B2-BCBE-B09C989C45EE}" type="parTrans" cxnId="{18F1679A-8E4E-4381-8654-D19BAEC70D23}">
      <dgm:prSet/>
      <dgm:spPr/>
      <dgm:t>
        <a:bodyPr/>
        <a:lstStyle/>
        <a:p>
          <a:endParaRPr lang="en-US"/>
        </a:p>
      </dgm:t>
    </dgm:pt>
    <dgm:pt modelId="{3CC968E4-B89C-4445-A1BF-E4D9ECCE9FEE}" type="sibTrans" cxnId="{18F1679A-8E4E-4381-8654-D19BAEC70D23}">
      <dgm:prSet/>
      <dgm:spPr/>
      <dgm:t>
        <a:bodyPr/>
        <a:lstStyle/>
        <a:p>
          <a:endParaRPr lang="en-US"/>
        </a:p>
      </dgm:t>
    </dgm:pt>
    <dgm:pt modelId="{9A2C52DE-7553-4F45-B3A0-7AF9A9FEB43E}">
      <dgm:prSet/>
      <dgm:spPr/>
      <dgm:t>
        <a:bodyPr/>
        <a:lstStyle/>
        <a:p>
          <a:r>
            <a:rPr lang="en-US"/>
            <a:t>Data Sampling</a:t>
          </a:r>
        </a:p>
      </dgm:t>
    </dgm:pt>
    <dgm:pt modelId="{2E8A29EA-FCEC-410D-98D2-E856B0A36034}" type="parTrans" cxnId="{4F3CA26E-806E-4787-ABFA-EDB6B6D3D118}">
      <dgm:prSet/>
      <dgm:spPr/>
      <dgm:t>
        <a:bodyPr/>
        <a:lstStyle/>
        <a:p>
          <a:endParaRPr lang="en-US"/>
        </a:p>
      </dgm:t>
    </dgm:pt>
    <dgm:pt modelId="{49C30032-8AC0-463D-8C05-5A262BF04055}" type="sibTrans" cxnId="{4F3CA26E-806E-4787-ABFA-EDB6B6D3D118}">
      <dgm:prSet/>
      <dgm:spPr/>
      <dgm:t>
        <a:bodyPr/>
        <a:lstStyle/>
        <a:p>
          <a:endParaRPr lang="en-US"/>
        </a:p>
      </dgm:t>
    </dgm:pt>
    <dgm:pt modelId="{FD33515D-1360-4E5C-A6BF-2E86B7C9BF36}">
      <dgm:prSet/>
      <dgm:spPr/>
      <dgm:t>
        <a:bodyPr/>
        <a:lstStyle/>
        <a:p>
          <a:r>
            <a:rPr lang="en-US"/>
            <a:t>Descriptive Statistics</a:t>
          </a:r>
        </a:p>
      </dgm:t>
    </dgm:pt>
    <dgm:pt modelId="{E54EC38D-CA52-4502-8FF0-C982BEAEE1AC}" type="parTrans" cxnId="{93485C01-0EF1-4DA1-B614-B53C3A2D4958}">
      <dgm:prSet/>
      <dgm:spPr/>
      <dgm:t>
        <a:bodyPr/>
        <a:lstStyle/>
        <a:p>
          <a:endParaRPr lang="en-US"/>
        </a:p>
      </dgm:t>
    </dgm:pt>
    <dgm:pt modelId="{3AC4AD90-77B6-4B56-85A4-DDC050C33FBF}" type="sibTrans" cxnId="{93485C01-0EF1-4DA1-B614-B53C3A2D4958}">
      <dgm:prSet/>
      <dgm:spPr/>
      <dgm:t>
        <a:bodyPr/>
        <a:lstStyle/>
        <a:p>
          <a:endParaRPr lang="en-US"/>
        </a:p>
      </dgm:t>
    </dgm:pt>
    <dgm:pt modelId="{FA4E46A5-9104-4410-969C-77BF15B1DBEA}">
      <dgm:prSet/>
      <dgm:spPr/>
      <dgm:t>
        <a:bodyPr/>
        <a:lstStyle/>
        <a:p>
          <a:r>
            <a:rPr lang="en-US"/>
            <a:t>Inferential Statistics(Confidence- Interval)</a:t>
          </a:r>
        </a:p>
      </dgm:t>
    </dgm:pt>
    <dgm:pt modelId="{E5FF7913-236E-483C-A11B-E60EF4266102}" type="parTrans" cxnId="{7FC83808-9E9D-4297-8EA1-6609861A144B}">
      <dgm:prSet/>
      <dgm:spPr/>
      <dgm:t>
        <a:bodyPr/>
        <a:lstStyle/>
        <a:p>
          <a:endParaRPr lang="en-US"/>
        </a:p>
      </dgm:t>
    </dgm:pt>
    <dgm:pt modelId="{644AAE44-4C53-4549-87B6-C00D72641C02}" type="sibTrans" cxnId="{7FC83808-9E9D-4297-8EA1-6609861A144B}">
      <dgm:prSet/>
      <dgm:spPr/>
      <dgm:t>
        <a:bodyPr/>
        <a:lstStyle/>
        <a:p>
          <a:endParaRPr lang="en-US"/>
        </a:p>
      </dgm:t>
    </dgm:pt>
    <dgm:pt modelId="{AFBDFDD2-9134-4646-BAD5-6B285682AAC4}">
      <dgm:prSet/>
      <dgm:spPr/>
      <dgm:t>
        <a:bodyPr/>
        <a:lstStyle/>
        <a:p>
          <a:r>
            <a:rPr lang="en-US"/>
            <a:t>Inferential Statistics(Two Sample t-test)</a:t>
          </a:r>
        </a:p>
      </dgm:t>
    </dgm:pt>
    <dgm:pt modelId="{758EDA78-B642-4EFF-AEF9-8E9AA217CD68}" type="parTrans" cxnId="{9FE618DF-24A4-4B6F-9693-FE177AC1A727}">
      <dgm:prSet/>
      <dgm:spPr/>
      <dgm:t>
        <a:bodyPr/>
        <a:lstStyle/>
        <a:p>
          <a:endParaRPr lang="en-US"/>
        </a:p>
      </dgm:t>
    </dgm:pt>
    <dgm:pt modelId="{CCFE05E3-DB19-42C4-8741-A613095C45AF}" type="sibTrans" cxnId="{9FE618DF-24A4-4B6F-9693-FE177AC1A727}">
      <dgm:prSet/>
      <dgm:spPr/>
      <dgm:t>
        <a:bodyPr/>
        <a:lstStyle/>
        <a:p>
          <a:endParaRPr lang="en-US"/>
        </a:p>
      </dgm:t>
    </dgm:pt>
    <dgm:pt modelId="{2BD26FBC-8FB1-448C-8652-6A220FD9063D}" type="pres">
      <dgm:prSet presAssocID="{8E566190-42E7-4C4B-8AC0-F86990D7D724}" presName="linear" presStyleCnt="0">
        <dgm:presLayoutVars>
          <dgm:animLvl val="lvl"/>
          <dgm:resizeHandles val="exact"/>
        </dgm:presLayoutVars>
      </dgm:prSet>
      <dgm:spPr/>
    </dgm:pt>
    <dgm:pt modelId="{3618A255-76D9-4905-BC64-E9FEA8ABCFBD}" type="pres">
      <dgm:prSet presAssocID="{9FF0E271-8652-4863-9417-082AF874F1C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CFE0925-E317-4535-946F-F496B9EB9C7A}" type="pres">
      <dgm:prSet presAssocID="{8EB272BD-FD71-4CCD-8F8A-1092C1515244}" presName="spacer" presStyleCnt="0"/>
      <dgm:spPr/>
    </dgm:pt>
    <dgm:pt modelId="{E6E5848A-9386-4F38-AB0E-4E8928EFB650}" type="pres">
      <dgm:prSet presAssocID="{2FD69B71-8843-42D2-A5B3-7C52DBC5EB6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5FF5108-DCB3-4ABE-84C1-691ECA229867}" type="pres">
      <dgm:prSet presAssocID="{3CC968E4-B89C-4445-A1BF-E4D9ECCE9FEE}" presName="spacer" presStyleCnt="0"/>
      <dgm:spPr/>
    </dgm:pt>
    <dgm:pt modelId="{94B29257-6BCA-49CF-AF63-D7FF71548D55}" type="pres">
      <dgm:prSet presAssocID="{9A2C52DE-7553-4F45-B3A0-7AF9A9FEB43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8ECF07B-3F93-47A9-A3FE-DC03C3D785E5}" type="pres">
      <dgm:prSet presAssocID="{49C30032-8AC0-463D-8C05-5A262BF04055}" presName="spacer" presStyleCnt="0"/>
      <dgm:spPr/>
    </dgm:pt>
    <dgm:pt modelId="{23AAB628-8F0A-485E-8C61-72BE23AE9CE5}" type="pres">
      <dgm:prSet presAssocID="{FD33515D-1360-4E5C-A6BF-2E86B7C9BF3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880F8E8-8B58-4E15-96BF-A2528ACA74D5}" type="pres">
      <dgm:prSet presAssocID="{3AC4AD90-77B6-4B56-85A4-DDC050C33FBF}" presName="spacer" presStyleCnt="0"/>
      <dgm:spPr/>
    </dgm:pt>
    <dgm:pt modelId="{1A7F3C3F-0B2C-438B-B85B-277299D59902}" type="pres">
      <dgm:prSet presAssocID="{FA4E46A5-9104-4410-969C-77BF15B1DBE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C93A415-11BD-4916-A1B0-07E67C77A386}" type="pres">
      <dgm:prSet presAssocID="{644AAE44-4C53-4549-87B6-C00D72641C02}" presName="spacer" presStyleCnt="0"/>
      <dgm:spPr/>
    </dgm:pt>
    <dgm:pt modelId="{B3C08D0A-1E7C-486C-8710-B0E556DD3019}" type="pres">
      <dgm:prSet presAssocID="{AFBDFDD2-9134-4646-BAD5-6B285682AAC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3485C01-0EF1-4DA1-B614-B53C3A2D4958}" srcId="{8E566190-42E7-4C4B-8AC0-F86990D7D724}" destId="{FD33515D-1360-4E5C-A6BF-2E86B7C9BF36}" srcOrd="3" destOrd="0" parTransId="{E54EC38D-CA52-4502-8FF0-C982BEAEE1AC}" sibTransId="{3AC4AD90-77B6-4B56-85A4-DDC050C33FBF}"/>
    <dgm:cxn modelId="{7FC83808-9E9D-4297-8EA1-6609861A144B}" srcId="{8E566190-42E7-4C4B-8AC0-F86990D7D724}" destId="{FA4E46A5-9104-4410-969C-77BF15B1DBEA}" srcOrd="4" destOrd="0" parTransId="{E5FF7913-236E-483C-A11B-E60EF4266102}" sibTransId="{644AAE44-4C53-4549-87B6-C00D72641C02}"/>
    <dgm:cxn modelId="{FAE23F1A-7278-418D-BD8A-706095D3A010}" type="presOf" srcId="{9A2C52DE-7553-4F45-B3A0-7AF9A9FEB43E}" destId="{94B29257-6BCA-49CF-AF63-D7FF71548D55}" srcOrd="0" destOrd="0" presId="urn:microsoft.com/office/officeart/2005/8/layout/vList2"/>
    <dgm:cxn modelId="{B572902E-EA25-4992-B289-1C5267455F62}" type="presOf" srcId="{AFBDFDD2-9134-4646-BAD5-6B285682AAC4}" destId="{B3C08D0A-1E7C-486C-8710-B0E556DD3019}" srcOrd="0" destOrd="0" presId="urn:microsoft.com/office/officeart/2005/8/layout/vList2"/>
    <dgm:cxn modelId="{3B322D44-9E10-4BE7-B744-59BD12CCEB94}" type="presOf" srcId="{8E566190-42E7-4C4B-8AC0-F86990D7D724}" destId="{2BD26FBC-8FB1-448C-8652-6A220FD9063D}" srcOrd="0" destOrd="0" presId="urn:microsoft.com/office/officeart/2005/8/layout/vList2"/>
    <dgm:cxn modelId="{4F3CA26E-806E-4787-ABFA-EDB6B6D3D118}" srcId="{8E566190-42E7-4C4B-8AC0-F86990D7D724}" destId="{9A2C52DE-7553-4F45-B3A0-7AF9A9FEB43E}" srcOrd="2" destOrd="0" parTransId="{2E8A29EA-FCEC-410D-98D2-E856B0A36034}" sibTransId="{49C30032-8AC0-463D-8C05-5A262BF04055}"/>
    <dgm:cxn modelId="{C4DEE474-BA9D-4AA1-9666-CFA7C1AE8423}" type="presOf" srcId="{FD33515D-1360-4E5C-A6BF-2E86B7C9BF36}" destId="{23AAB628-8F0A-485E-8C61-72BE23AE9CE5}" srcOrd="0" destOrd="0" presId="urn:microsoft.com/office/officeart/2005/8/layout/vList2"/>
    <dgm:cxn modelId="{7815588D-E40B-4606-B891-0A1D1AADD2C6}" srcId="{8E566190-42E7-4C4B-8AC0-F86990D7D724}" destId="{9FF0E271-8652-4863-9417-082AF874F1C7}" srcOrd="0" destOrd="0" parTransId="{4F1C6955-0426-4443-80EA-0A5B20E6622C}" sibTransId="{8EB272BD-FD71-4CCD-8F8A-1092C1515244}"/>
    <dgm:cxn modelId="{18F1679A-8E4E-4381-8654-D19BAEC70D23}" srcId="{8E566190-42E7-4C4B-8AC0-F86990D7D724}" destId="{2FD69B71-8843-42D2-A5B3-7C52DBC5EB6B}" srcOrd="1" destOrd="0" parTransId="{C57AD550-8A06-48B2-BCBE-B09C989C45EE}" sibTransId="{3CC968E4-B89C-4445-A1BF-E4D9ECCE9FEE}"/>
    <dgm:cxn modelId="{002FF3CB-D8E8-4002-957C-5356E3B113D0}" type="presOf" srcId="{9FF0E271-8652-4863-9417-082AF874F1C7}" destId="{3618A255-76D9-4905-BC64-E9FEA8ABCFBD}" srcOrd="0" destOrd="0" presId="urn:microsoft.com/office/officeart/2005/8/layout/vList2"/>
    <dgm:cxn modelId="{46384DD5-5271-4E5E-B555-A5D5428E0425}" type="presOf" srcId="{2FD69B71-8843-42D2-A5B3-7C52DBC5EB6B}" destId="{E6E5848A-9386-4F38-AB0E-4E8928EFB650}" srcOrd="0" destOrd="0" presId="urn:microsoft.com/office/officeart/2005/8/layout/vList2"/>
    <dgm:cxn modelId="{3951D9D5-0A11-481A-A9A5-44D3D9704416}" type="presOf" srcId="{FA4E46A5-9104-4410-969C-77BF15B1DBEA}" destId="{1A7F3C3F-0B2C-438B-B85B-277299D59902}" srcOrd="0" destOrd="0" presId="urn:microsoft.com/office/officeart/2005/8/layout/vList2"/>
    <dgm:cxn modelId="{9FE618DF-24A4-4B6F-9693-FE177AC1A727}" srcId="{8E566190-42E7-4C4B-8AC0-F86990D7D724}" destId="{AFBDFDD2-9134-4646-BAD5-6B285682AAC4}" srcOrd="5" destOrd="0" parTransId="{758EDA78-B642-4EFF-AEF9-8E9AA217CD68}" sibTransId="{CCFE05E3-DB19-42C4-8741-A613095C45AF}"/>
    <dgm:cxn modelId="{EE777B6B-7C86-4705-A834-0AD1F55F16EB}" type="presParOf" srcId="{2BD26FBC-8FB1-448C-8652-6A220FD9063D}" destId="{3618A255-76D9-4905-BC64-E9FEA8ABCFBD}" srcOrd="0" destOrd="0" presId="urn:microsoft.com/office/officeart/2005/8/layout/vList2"/>
    <dgm:cxn modelId="{8BF3A4C7-1F27-4B3D-B1DE-967D00B15469}" type="presParOf" srcId="{2BD26FBC-8FB1-448C-8652-6A220FD9063D}" destId="{9CFE0925-E317-4535-946F-F496B9EB9C7A}" srcOrd="1" destOrd="0" presId="urn:microsoft.com/office/officeart/2005/8/layout/vList2"/>
    <dgm:cxn modelId="{FDDE5A24-35C0-4234-B9A9-B0C39DDB6995}" type="presParOf" srcId="{2BD26FBC-8FB1-448C-8652-6A220FD9063D}" destId="{E6E5848A-9386-4F38-AB0E-4E8928EFB650}" srcOrd="2" destOrd="0" presId="urn:microsoft.com/office/officeart/2005/8/layout/vList2"/>
    <dgm:cxn modelId="{621E3E9E-FCA8-41DA-8FB4-8E203A50F545}" type="presParOf" srcId="{2BD26FBC-8FB1-448C-8652-6A220FD9063D}" destId="{D5FF5108-DCB3-4ABE-84C1-691ECA229867}" srcOrd="3" destOrd="0" presId="urn:microsoft.com/office/officeart/2005/8/layout/vList2"/>
    <dgm:cxn modelId="{40A0506B-E347-44C9-8375-08AD17875621}" type="presParOf" srcId="{2BD26FBC-8FB1-448C-8652-6A220FD9063D}" destId="{94B29257-6BCA-49CF-AF63-D7FF71548D55}" srcOrd="4" destOrd="0" presId="urn:microsoft.com/office/officeart/2005/8/layout/vList2"/>
    <dgm:cxn modelId="{BC63112B-07E8-4B0D-A59C-102DD2DF3520}" type="presParOf" srcId="{2BD26FBC-8FB1-448C-8652-6A220FD9063D}" destId="{48ECF07B-3F93-47A9-A3FE-DC03C3D785E5}" srcOrd="5" destOrd="0" presId="urn:microsoft.com/office/officeart/2005/8/layout/vList2"/>
    <dgm:cxn modelId="{271C0FE0-167C-48E8-903B-11ABF37ED3CC}" type="presParOf" srcId="{2BD26FBC-8FB1-448C-8652-6A220FD9063D}" destId="{23AAB628-8F0A-485E-8C61-72BE23AE9CE5}" srcOrd="6" destOrd="0" presId="urn:microsoft.com/office/officeart/2005/8/layout/vList2"/>
    <dgm:cxn modelId="{D8848184-6778-4E1D-882E-F612D0750B70}" type="presParOf" srcId="{2BD26FBC-8FB1-448C-8652-6A220FD9063D}" destId="{8880F8E8-8B58-4E15-96BF-A2528ACA74D5}" srcOrd="7" destOrd="0" presId="urn:microsoft.com/office/officeart/2005/8/layout/vList2"/>
    <dgm:cxn modelId="{7F69F891-9D23-4C70-92E6-3D1800EA017A}" type="presParOf" srcId="{2BD26FBC-8FB1-448C-8652-6A220FD9063D}" destId="{1A7F3C3F-0B2C-438B-B85B-277299D59902}" srcOrd="8" destOrd="0" presId="urn:microsoft.com/office/officeart/2005/8/layout/vList2"/>
    <dgm:cxn modelId="{FE8278DB-80CB-4BF1-8A10-5DF82AB82902}" type="presParOf" srcId="{2BD26FBC-8FB1-448C-8652-6A220FD9063D}" destId="{6C93A415-11BD-4916-A1B0-07E67C77A386}" srcOrd="9" destOrd="0" presId="urn:microsoft.com/office/officeart/2005/8/layout/vList2"/>
    <dgm:cxn modelId="{48635414-9868-4DA3-951E-C218EDD820DC}" type="presParOf" srcId="{2BD26FBC-8FB1-448C-8652-6A220FD9063D}" destId="{B3C08D0A-1E7C-486C-8710-B0E556DD301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8A3209-32C5-44D1-AA11-CE8C950A5196}" type="doc">
      <dgm:prSet loTypeId="urn:microsoft.com/office/officeart/2016/7/layout/RepeatingBendingProcessNew" loCatId="process" qsTypeId="urn:microsoft.com/office/officeart/2005/8/quickstyle/simple1#11" qsCatId="simple" csTypeId="urn:microsoft.com/office/officeart/2005/8/colors/accent1_2#11" csCatId="accent1"/>
      <dgm:spPr/>
      <dgm:t>
        <a:bodyPr/>
        <a:lstStyle/>
        <a:p>
          <a:endParaRPr lang="en-US"/>
        </a:p>
      </dgm:t>
    </dgm:pt>
    <dgm:pt modelId="{4F219DC3-9C36-423E-8B5D-91C34EE095FD}">
      <dgm:prSet/>
      <dgm:spPr/>
      <dgm:t>
        <a:bodyPr/>
        <a:lstStyle/>
        <a:p>
          <a:r>
            <a:rPr lang="en-US"/>
            <a:t>Loading: Read the raw CSV using pandas.</a:t>
          </a:r>
        </a:p>
      </dgm:t>
    </dgm:pt>
    <dgm:pt modelId="{762CA56E-F59B-4E10-B42C-C5C163F3C981}" type="parTrans" cxnId="{6AA23EB7-9712-4CA4-A19A-C3B9A05FD232}">
      <dgm:prSet/>
      <dgm:spPr/>
      <dgm:t>
        <a:bodyPr/>
        <a:lstStyle/>
        <a:p>
          <a:endParaRPr lang="en-US"/>
        </a:p>
      </dgm:t>
    </dgm:pt>
    <dgm:pt modelId="{A3740CE7-AB5A-49A7-8C7A-539B153F1951}" type="sibTrans" cxnId="{6AA23EB7-9712-4CA4-A19A-C3B9A05FD232}">
      <dgm:prSet/>
      <dgm:spPr/>
      <dgm:t>
        <a:bodyPr/>
        <a:lstStyle/>
        <a:p>
          <a:endParaRPr lang="en-US"/>
        </a:p>
      </dgm:t>
    </dgm:pt>
    <dgm:pt modelId="{B9975475-0D14-47FA-B37B-9E654067E712}">
      <dgm:prSet/>
      <dgm:spPr/>
      <dgm:t>
        <a:bodyPr/>
        <a:lstStyle/>
        <a:p>
          <a:r>
            <a:rPr lang="en-US"/>
            <a:t>Inspecting: Checked shape, columns, information and missing values.</a:t>
          </a:r>
        </a:p>
      </dgm:t>
    </dgm:pt>
    <dgm:pt modelId="{422E8454-27CD-46AC-B46E-9841EC0223C7}" type="parTrans" cxnId="{F3A85D2A-A693-4D8D-9738-51BD8359C7A5}">
      <dgm:prSet/>
      <dgm:spPr/>
      <dgm:t>
        <a:bodyPr/>
        <a:lstStyle/>
        <a:p>
          <a:endParaRPr lang="en-US"/>
        </a:p>
      </dgm:t>
    </dgm:pt>
    <dgm:pt modelId="{7E2DA8F2-6320-449A-B53F-3173B203DE31}" type="sibTrans" cxnId="{F3A85D2A-A693-4D8D-9738-51BD8359C7A5}">
      <dgm:prSet/>
      <dgm:spPr/>
      <dgm:t>
        <a:bodyPr/>
        <a:lstStyle/>
        <a:p>
          <a:endParaRPr lang="en-US"/>
        </a:p>
      </dgm:t>
    </dgm:pt>
    <dgm:pt modelId="{AE1C40F4-EDC3-4B86-9EB4-88349B9A79EC}">
      <dgm:prSet/>
      <dgm:spPr/>
      <dgm:t>
        <a:bodyPr/>
        <a:lstStyle/>
        <a:p>
          <a:r>
            <a:rPr lang="en-US"/>
            <a:t>Selecting: Retained Player, POS, Squad, Starts, Min, 90s, SoTA, Saves and Save%.</a:t>
          </a:r>
        </a:p>
      </dgm:t>
    </dgm:pt>
    <dgm:pt modelId="{B0E279ED-1B99-48AF-9AF4-0396B030492B}" type="parTrans" cxnId="{8D2CF77B-82D1-49C2-8641-A3C15D865814}">
      <dgm:prSet/>
      <dgm:spPr/>
      <dgm:t>
        <a:bodyPr/>
        <a:lstStyle/>
        <a:p>
          <a:endParaRPr lang="en-US"/>
        </a:p>
      </dgm:t>
    </dgm:pt>
    <dgm:pt modelId="{51D1050E-451E-49B4-89E2-8A9189C6484C}" type="sibTrans" cxnId="{8D2CF77B-82D1-49C2-8641-A3C15D865814}">
      <dgm:prSet/>
      <dgm:spPr/>
      <dgm:t>
        <a:bodyPr/>
        <a:lstStyle/>
        <a:p>
          <a:endParaRPr lang="en-US"/>
        </a:p>
      </dgm:t>
    </dgm:pt>
    <dgm:pt modelId="{8C9D07C5-C413-4396-98E1-493489A12475}">
      <dgm:prSet/>
      <dgm:spPr/>
      <dgm:t>
        <a:bodyPr/>
        <a:lstStyle/>
        <a:p>
          <a:r>
            <a:rPr lang="en-US"/>
            <a:t>Filtering: Removed goalkeepers with “Starts=0”.</a:t>
          </a:r>
        </a:p>
      </dgm:t>
    </dgm:pt>
    <dgm:pt modelId="{DED158E4-DF51-4175-8076-AF54DD406EF0}" type="parTrans" cxnId="{7B31FF15-64CD-4529-BD36-C09516A6457E}">
      <dgm:prSet/>
      <dgm:spPr/>
      <dgm:t>
        <a:bodyPr/>
        <a:lstStyle/>
        <a:p>
          <a:endParaRPr lang="en-US"/>
        </a:p>
      </dgm:t>
    </dgm:pt>
    <dgm:pt modelId="{FBB926B1-9B07-48C2-B15B-ADB0531B20C6}" type="sibTrans" cxnId="{7B31FF15-64CD-4529-BD36-C09516A6457E}">
      <dgm:prSet/>
      <dgm:spPr/>
      <dgm:t>
        <a:bodyPr/>
        <a:lstStyle/>
        <a:p>
          <a:endParaRPr lang="en-US"/>
        </a:p>
      </dgm:t>
    </dgm:pt>
    <dgm:pt modelId="{E909E0D0-6F5C-4068-B72C-0C2CA40F1B71}">
      <dgm:prSet/>
      <dgm:spPr/>
      <dgm:t>
        <a:bodyPr/>
        <a:lstStyle/>
        <a:p>
          <a:r>
            <a:rPr lang="en-US"/>
            <a:t>Sorting: Squad-&gt;Starts-&gt;Min, descending for Starts and Min.</a:t>
          </a:r>
        </a:p>
      </dgm:t>
    </dgm:pt>
    <dgm:pt modelId="{5C210DB9-3E73-4AC4-AB21-33B13C3217C1}" type="parTrans" cxnId="{0B361D99-B33F-40A2-BCA3-F17BF1A40857}">
      <dgm:prSet/>
      <dgm:spPr/>
      <dgm:t>
        <a:bodyPr/>
        <a:lstStyle/>
        <a:p>
          <a:endParaRPr lang="en-US"/>
        </a:p>
      </dgm:t>
    </dgm:pt>
    <dgm:pt modelId="{0A82CBBC-692D-4102-808B-B3B407EF12AB}" type="sibTrans" cxnId="{0B361D99-B33F-40A2-BCA3-F17BF1A40857}">
      <dgm:prSet/>
      <dgm:spPr/>
      <dgm:t>
        <a:bodyPr/>
        <a:lstStyle/>
        <a:p>
          <a:endParaRPr lang="en-US"/>
        </a:p>
      </dgm:t>
    </dgm:pt>
    <dgm:pt modelId="{608599BC-A619-4379-B584-D1AF01C1BB9A}">
      <dgm:prSet/>
      <dgm:spPr/>
      <dgm:t>
        <a:bodyPr/>
        <a:lstStyle/>
        <a:p>
          <a:r>
            <a:rPr lang="en-US"/>
            <a:t>Grouping: “groupby(Squad).head(1)” selected the most- used goalkeeper per squad.</a:t>
          </a:r>
        </a:p>
      </dgm:t>
    </dgm:pt>
    <dgm:pt modelId="{98201C66-6F78-4825-A99A-F202D26DB9F6}" type="parTrans" cxnId="{3FC33E3A-7047-415F-953D-2F059DFC0382}">
      <dgm:prSet/>
      <dgm:spPr/>
      <dgm:t>
        <a:bodyPr/>
        <a:lstStyle/>
        <a:p>
          <a:endParaRPr lang="en-US"/>
        </a:p>
      </dgm:t>
    </dgm:pt>
    <dgm:pt modelId="{29561089-AEC9-4ABF-8E01-08DDD58A7840}" type="sibTrans" cxnId="{3FC33E3A-7047-415F-953D-2F059DFC0382}">
      <dgm:prSet/>
      <dgm:spPr/>
      <dgm:t>
        <a:bodyPr/>
        <a:lstStyle/>
        <a:p>
          <a:endParaRPr lang="en-US"/>
        </a:p>
      </dgm:t>
    </dgm:pt>
    <dgm:pt modelId="{68139443-7246-4098-8847-89655A3A0CA3}">
      <dgm:prSet/>
      <dgm:spPr/>
      <dgm:t>
        <a:bodyPr/>
        <a:lstStyle/>
        <a:p>
          <a:r>
            <a:rPr lang="en-US"/>
            <a:t>Result: 48 primary goalkeepers from 48 squads.</a:t>
          </a:r>
        </a:p>
      </dgm:t>
    </dgm:pt>
    <dgm:pt modelId="{134DD3A1-808F-4B3B-B140-0F145B1871A2}" type="parTrans" cxnId="{BB48BC96-38F9-4FFE-B3C3-EE9BFEBDB134}">
      <dgm:prSet/>
      <dgm:spPr/>
      <dgm:t>
        <a:bodyPr/>
        <a:lstStyle/>
        <a:p>
          <a:endParaRPr lang="en-US"/>
        </a:p>
      </dgm:t>
    </dgm:pt>
    <dgm:pt modelId="{D505A585-D6AB-48F8-A1AF-822FE2FD5709}" type="sibTrans" cxnId="{BB48BC96-38F9-4FFE-B3C3-EE9BFEBDB134}">
      <dgm:prSet/>
      <dgm:spPr/>
      <dgm:t>
        <a:bodyPr/>
        <a:lstStyle/>
        <a:p>
          <a:endParaRPr lang="en-US"/>
        </a:p>
      </dgm:t>
    </dgm:pt>
    <dgm:pt modelId="{81F71A3C-9D70-42EF-93D6-A9BAB135AE1B}" type="pres">
      <dgm:prSet presAssocID="{738A3209-32C5-44D1-AA11-CE8C950A5196}" presName="Name0" presStyleCnt="0">
        <dgm:presLayoutVars>
          <dgm:dir/>
          <dgm:resizeHandles val="exact"/>
        </dgm:presLayoutVars>
      </dgm:prSet>
      <dgm:spPr/>
    </dgm:pt>
    <dgm:pt modelId="{22FF0163-71DD-4559-ABA7-655F97602786}" type="pres">
      <dgm:prSet presAssocID="{4F219DC3-9C36-423E-8B5D-91C34EE095FD}" presName="node" presStyleLbl="node1" presStyleIdx="0" presStyleCnt="7">
        <dgm:presLayoutVars>
          <dgm:bulletEnabled val="1"/>
        </dgm:presLayoutVars>
      </dgm:prSet>
      <dgm:spPr/>
    </dgm:pt>
    <dgm:pt modelId="{832B5D81-2495-4615-B6E5-62CFCB662DAB}" type="pres">
      <dgm:prSet presAssocID="{A3740CE7-AB5A-49A7-8C7A-539B153F1951}" presName="sibTrans" presStyleLbl="sibTrans1D1" presStyleIdx="0" presStyleCnt="6"/>
      <dgm:spPr/>
    </dgm:pt>
    <dgm:pt modelId="{BEEE8B1B-E7D3-48A2-B100-424A1AFB7DEF}" type="pres">
      <dgm:prSet presAssocID="{A3740CE7-AB5A-49A7-8C7A-539B153F1951}" presName="connectorText" presStyleLbl="sibTrans1D1" presStyleIdx="0" presStyleCnt="6"/>
      <dgm:spPr/>
    </dgm:pt>
    <dgm:pt modelId="{6B32C1BC-33EE-4417-8F0A-F3993A495856}" type="pres">
      <dgm:prSet presAssocID="{B9975475-0D14-47FA-B37B-9E654067E712}" presName="node" presStyleLbl="node1" presStyleIdx="1" presStyleCnt="7">
        <dgm:presLayoutVars>
          <dgm:bulletEnabled val="1"/>
        </dgm:presLayoutVars>
      </dgm:prSet>
      <dgm:spPr/>
    </dgm:pt>
    <dgm:pt modelId="{2A7B5C16-20F7-43B9-B0D9-AE21745E7988}" type="pres">
      <dgm:prSet presAssocID="{7E2DA8F2-6320-449A-B53F-3173B203DE31}" presName="sibTrans" presStyleLbl="sibTrans1D1" presStyleIdx="1" presStyleCnt="6"/>
      <dgm:spPr/>
    </dgm:pt>
    <dgm:pt modelId="{80EE8770-B618-4430-9CD4-2017060534D7}" type="pres">
      <dgm:prSet presAssocID="{7E2DA8F2-6320-449A-B53F-3173B203DE31}" presName="connectorText" presStyleLbl="sibTrans1D1" presStyleIdx="1" presStyleCnt="6"/>
      <dgm:spPr/>
    </dgm:pt>
    <dgm:pt modelId="{7561AB7A-965E-4E9E-8176-B96150C61C89}" type="pres">
      <dgm:prSet presAssocID="{AE1C40F4-EDC3-4B86-9EB4-88349B9A79EC}" presName="node" presStyleLbl="node1" presStyleIdx="2" presStyleCnt="7">
        <dgm:presLayoutVars>
          <dgm:bulletEnabled val="1"/>
        </dgm:presLayoutVars>
      </dgm:prSet>
      <dgm:spPr/>
    </dgm:pt>
    <dgm:pt modelId="{1D291DDF-B4F3-4845-860D-E04D89F2519D}" type="pres">
      <dgm:prSet presAssocID="{51D1050E-451E-49B4-89E2-8A9189C6484C}" presName="sibTrans" presStyleLbl="sibTrans1D1" presStyleIdx="2" presStyleCnt="6"/>
      <dgm:spPr/>
    </dgm:pt>
    <dgm:pt modelId="{DA261685-B16C-4320-ACE1-B77950D8DBE9}" type="pres">
      <dgm:prSet presAssocID="{51D1050E-451E-49B4-89E2-8A9189C6484C}" presName="connectorText" presStyleLbl="sibTrans1D1" presStyleIdx="2" presStyleCnt="6"/>
      <dgm:spPr/>
    </dgm:pt>
    <dgm:pt modelId="{3C0FB891-64F5-43BA-B732-832693882418}" type="pres">
      <dgm:prSet presAssocID="{8C9D07C5-C413-4396-98E1-493489A12475}" presName="node" presStyleLbl="node1" presStyleIdx="3" presStyleCnt="7">
        <dgm:presLayoutVars>
          <dgm:bulletEnabled val="1"/>
        </dgm:presLayoutVars>
      </dgm:prSet>
      <dgm:spPr/>
    </dgm:pt>
    <dgm:pt modelId="{CBA6015C-BD68-420B-BCAE-A9F9988F4462}" type="pres">
      <dgm:prSet presAssocID="{FBB926B1-9B07-48C2-B15B-ADB0531B20C6}" presName="sibTrans" presStyleLbl="sibTrans1D1" presStyleIdx="3" presStyleCnt="6"/>
      <dgm:spPr/>
    </dgm:pt>
    <dgm:pt modelId="{D5E639BB-CE80-4332-8E08-20B75270DD40}" type="pres">
      <dgm:prSet presAssocID="{FBB926B1-9B07-48C2-B15B-ADB0531B20C6}" presName="connectorText" presStyleLbl="sibTrans1D1" presStyleIdx="3" presStyleCnt="6"/>
      <dgm:spPr/>
    </dgm:pt>
    <dgm:pt modelId="{8C54D97A-409F-4635-BFB3-FFA11FEF0D0C}" type="pres">
      <dgm:prSet presAssocID="{E909E0D0-6F5C-4068-B72C-0C2CA40F1B71}" presName="node" presStyleLbl="node1" presStyleIdx="4" presStyleCnt="7">
        <dgm:presLayoutVars>
          <dgm:bulletEnabled val="1"/>
        </dgm:presLayoutVars>
      </dgm:prSet>
      <dgm:spPr/>
    </dgm:pt>
    <dgm:pt modelId="{C9370D0A-FEF8-43D4-A6AD-C85EC10C4BFD}" type="pres">
      <dgm:prSet presAssocID="{0A82CBBC-692D-4102-808B-B3B407EF12AB}" presName="sibTrans" presStyleLbl="sibTrans1D1" presStyleIdx="4" presStyleCnt="6"/>
      <dgm:spPr/>
    </dgm:pt>
    <dgm:pt modelId="{49FBB2F5-4F4A-4B99-81F5-703D829720EA}" type="pres">
      <dgm:prSet presAssocID="{0A82CBBC-692D-4102-808B-B3B407EF12AB}" presName="connectorText" presStyleLbl="sibTrans1D1" presStyleIdx="4" presStyleCnt="6"/>
      <dgm:spPr/>
    </dgm:pt>
    <dgm:pt modelId="{E0B7D88B-D465-4F2F-A2B5-6DF59352B79C}" type="pres">
      <dgm:prSet presAssocID="{608599BC-A619-4379-B584-D1AF01C1BB9A}" presName="node" presStyleLbl="node1" presStyleIdx="5" presStyleCnt="7">
        <dgm:presLayoutVars>
          <dgm:bulletEnabled val="1"/>
        </dgm:presLayoutVars>
      </dgm:prSet>
      <dgm:spPr/>
    </dgm:pt>
    <dgm:pt modelId="{351AA29A-2CCC-44FA-B06F-582354F1BCF8}" type="pres">
      <dgm:prSet presAssocID="{29561089-AEC9-4ABF-8E01-08DDD58A7840}" presName="sibTrans" presStyleLbl="sibTrans1D1" presStyleIdx="5" presStyleCnt="6"/>
      <dgm:spPr/>
    </dgm:pt>
    <dgm:pt modelId="{AF16026B-2D3D-4069-9CD3-8AFD0191A407}" type="pres">
      <dgm:prSet presAssocID="{29561089-AEC9-4ABF-8E01-08DDD58A7840}" presName="connectorText" presStyleLbl="sibTrans1D1" presStyleIdx="5" presStyleCnt="6"/>
      <dgm:spPr/>
    </dgm:pt>
    <dgm:pt modelId="{85EA8F55-A118-4D0A-B06B-FBB89B0469BF}" type="pres">
      <dgm:prSet presAssocID="{68139443-7246-4098-8847-89655A3A0CA3}" presName="node" presStyleLbl="node1" presStyleIdx="6" presStyleCnt="7">
        <dgm:presLayoutVars>
          <dgm:bulletEnabled val="1"/>
        </dgm:presLayoutVars>
      </dgm:prSet>
      <dgm:spPr/>
    </dgm:pt>
  </dgm:ptLst>
  <dgm:cxnLst>
    <dgm:cxn modelId="{FB6E2E04-5287-4DB3-AB71-B0B2C56765ED}" type="presOf" srcId="{8C9D07C5-C413-4396-98E1-493489A12475}" destId="{3C0FB891-64F5-43BA-B732-832693882418}" srcOrd="0" destOrd="0" presId="urn:microsoft.com/office/officeart/2016/7/layout/RepeatingBendingProcessNew"/>
    <dgm:cxn modelId="{7B31FF15-64CD-4529-BD36-C09516A6457E}" srcId="{738A3209-32C5-44D1-AA11-CE8C950A5196}" destId="{8C9D07C5-C413-4396-98E1-493489A12475}" srcOrd="3" destOrd="0" parTransId="{DED158E4-DF51-4175-8076-AF54DD406EF0}" sibTransId="{FBB926B1-9B07-48C2-B15B-ADB0531B20C6}"/>
    <dgm:cxn modelId="{1DF3B520-6863-49D1-A330-68BB569E527A}" type="presOf" srcId="{29561089-AEC9-4ABF-8E01-08DDD58A7840}" destId="{351AA29A-2CCC-44FA-B06F-582354F1BCF8}" srcOrd="0" destOrd="0" presId="urn:microsoft.com/office/officeart/2016/7/layout/RepeatingBendingProcessNew"/>
    <dgm:cxn modelId="{F3A85D2A-A693-4D8D-9738-51BD8359C7A5}" srcId="{738A3209-32C5-44D1-AA11-CE8C950A5196}" destId="{B9975475-0D14-47FA-B37B-9E654067E712}" srcOrd="1" destOrd="0" parTransId="{422E8454-27CD-46AC-B46E-9841EC0223C7}" sibTransId="{7E2DA8F2-6320-449A-B53F-3173B203DE31}"/>
    <dgm:cxn modelId="{3FC33E3A-7047-415F-953D-2F059DFC0382}" srcId="{738A3209-32C5-44D1-AA11-CE8C950A5196}" destId="{608599BC-A619-4379-B584-D1AF01C1BB9A}" srcOrd="5" destOrd="0" parTransId="{98201C66-6F78-4825-A99A-F202D26DB9F6}" sibTransId="{29561089-AEC9-4ABF-8E01-08DDD58A7840}"/>
    <dgm:cxn modelId="{2A74273E-D039-417F-9490-E0FF634F4840}" type="presOf" srcId="{51D1050E-451E-49B4-89E2-8A9189C6484C}" destId="{1D291DDF-B4F3-4845-860D-E04D89F2519D}" srcOrd="0" destOrd="0" presId="urn:microsoft.com/office/officeart/2016/7/layout/RepeatingBendingProcessNew"/>
    <dgm:cxn modelId="{499AFE68-63BD-4D61-829D-0D4BAC30FFD7}" type="presOf" srcId="{FBB926B1-9B07-48C2-B15B-ADB0531B20C6}" destId="{CBA6015C-BD68-420B-BCAE-A9F9988F4462}" srcOrd="0" destOrd="0" presId="urn:microsoft.com/office/officeart/2016/7/layout/RepeatingBendingProcessNew"/>
    <dgm:cxn modelId="{462AA74F-0F22-4B01-A37E-76EABD982ED1}" type="presOf" srcId="{A3740CE7-AB5A-49A7-8C7A-539B153F1951}" destId="{832B5D81-2495-4615-B6E5-62CFCB662DAB}" srcOrd="0" destOrd="0" presId="urn:microsoft.com/office/officeart/2016/7/layout/RepeatingBendingProcessNew"/>
    <dgm:cxn modelId="{1B123654-7384-4B45-89C0-E4733EF2E68C}" type="presOf" srcId="{0A82CBBC-692D-4102-808B-B3B407EF12AB}" destId="{49FBB2F5-4F4A-4B99-81F5-703D829720EA}" srcOrd="1" destOrd="0" presId="urn:microsoft.com/office/officeart/2016/7/layout/RepeatingBendingProcessNew"/>
    <dgm:cxn modelId="{D72E2E76-6795-4103-99A1-66E2973B3398}" type="presOf" srcId="{68139443-7246-4098-8847-89655A3A0CA3}" destId="{85EA8F55-A118-4D0A-B06B-FBB89B0469BF}" srcOrd="0" destOrd="0" presId="urn:microsoft.com/office/officeart/2016/7/layout/RepeatingBendingProcessNew"/>
    <dgm:cxn modelId="{B501D277-370F-49B3-901D-43927247D648}" type="presOf" srcId="{29561089-AEC9-4ABF-8E01-08DDD58A7840}" destId="{AF16026B-2D3D-4069-9CD3-8AFD0191A407}" srcOrd="1" destOrd="0" presId="urn:microsoft.com/office/officeart/2016/7/layout/RepeatingBendingProcessNew"/>
    <dgm:cxn modelId="{8D2CF77B-82D1-49C2-8641-A3C15D865814}" srcId="{738A3209-32C5-44D1-AA11-CE8C950A5196}" destId="{AE1C40F4-EDC3-4B86-9EB4-88349B9A79EC}" srcOrd="2" destOrd="0" parTransId="{B0E279ED-1B99-48AF-9AF4-0396B030492B}" sibTransId="{51D1050E-451E-49B4-89E2-8A9189C6484C}"/>
    <dgm:cxn modelId="{FF848B7D-2370-4B96-B375-E962CA3F20E9}" type="presOf" srcId="{7E2DA8F2-6320-449A-B53F-3173B203DE31}" destId="{2A7B5C16-20F7-43B9-B0D9-AE21745E7988}" srcOrd="0" destOrd="0" presId="urn:microsoft.com/office/officeart/2016/7/layout/RepeatingBendingProcessNew"/>
    <dgm:cxn modelId="{F3FA4496-BC5E-43CB-890B-EFC02CA696BE}" type="presOf" srcId="{AE1C40F4-EDC3-4B86-9EB4-88349B9A79EC}" destId="{7561AB7A-965E-4E9E-8176-B96150C61C89}" srcOrd="0" destOrd="0" presId="urn:microsoft.com/office/officeart/2016/7/layout/RepeatingBendingProcessNew"/>
    <dgm:cxn modelId="{BB48BC96-38F9-4FFE-B3C3-EE9BFEBDB134}" srcId="{738A3209-32C5-44D1-AA11-CE8C950A5196}" destId="{68139443-7246-4098-8847-89655A3A0CA3}" srcOrd="6" destOrd="0" parTransId="{134DD3A1-808F-4B3B-B140-0F145B1871A2}" sibTransId="{D505A585-D6AB-48F8-A1AF-822FE2FD5709}"/>
    <dgm:cxn modelId="{0B361D99-B33F-40A2-BCA3-F17BF1A40857}" srcId="{738A3209-32C5-44D1-AA11-CE8C950A5196}" destId="{E909E0D0-6F5C-4068-B72C-0C2CA40F1B71}" srcOrd="4" destOrd="0" parTransId="{5C210DB9-3E73-4AC4-AB21-33B13C3217C1}" sibTransId="{0A82CBBC-692D-4102-808B-B3B407EF12AB}"/>
    <dgm:cxn modelId="{0ACF8F9D-1417-44BF-913F-9CE34979F571}" type="presOf" srcId="{0A82CBBC-692D-4102-808B-B3B407EF12AB}" destId="{C9370D0A-FEF8-43D4-A6AD-C85EC10C4BFD}" srcOrd="0" destOrd="0" presId="urn:microsoft.com/office/officeart/2016/7/layout/RepeatingBendingProcessNew"/>
    <dgm:cxn modelId="{65F0C0A4-D572-4F4B-9DFF-C9765F86866E}" type="presOf" srcId="{B9975475-0D14-47FA-B37B-9E654067E712}" destId="{6B32C1BC-33EE-4417-8F0A-F3993A495856}" srcOrd="0" destOrd="0" presId="urn:microsoft.com/office/officeart/2016/7/layout/RepeatingBendingProcessNew"/>
    <dgm:cxn modelId="{66D494B6-F410-45DC-BCD8-DD58028E6436}" type="presOf" srcId="{FBB926B1-9B07-48C2-B15B-ADB0531B20C6}" destId="{D5E639BB-CE80-4332-8E08-20B75270DD40}" srcOrd="1" destOrd="0" presId="urn:microsoft.com/office/officeart/2016/7/layout/RepeatingBendingProcessNew"/>
    <dgm:cxn modelId="{6AA23EB7-9712-4CA4-A19A-C3B9A05FD232}" srcId="{738A3209-32C5-44D1-AA11-CE8C950A5196}" destId="{4F219DC3-9C36-423E-8B5D-91C34EE095FD}" srcOrd="0" destOrd="0" parTransId="{762CA56E-F59B-4E10-B42C-C5C163F3C981}" sibTransId="{A3740CE7-AB5A-49A7-8C7A-539B153F1951}"/>
    <dgm:cxn modelId="{1E6E58C7-0495-4535-83C3-CF68EA0A2328}" type="presOf" srcId="{7E2DA8F2-6320-449A-B53F-3173B203DE31}" destId="{80EE8770-B618-4430-9CD4-2017060534D7}" srcOrd="1" destOrd="0" presId="urn:microsoft.com/office/officeart/2016/7/layout/RepeatingBendingProcessNew"/>
    <dgm:cxn modelId="{7852E8CD-89E8-4B81-9D8D-7DD489B0972D}" type="presOf" srcId="{4F219DC3-9C36-423E-8B5D-91C34EE095FD}" destId="{22FF0163-71DD-4559-ABA7-655F97602786}" srcOrd="0" destOrd="0" presId="urn:microsoft.com/office/officeart/2016/7/layout/RepeatingBendingProcessNew"/>
    <dgm:cxn modelId="{AA6D93D1-77C9-4EFC-8C31-548F62AEE9D7}" type="presOf" srcId="{E909E0D0-6F5C-4068-B72C-0C2CA40F1B71}" destId="{8C54D97A-409F-4635-BFB3-FFA11FEF0D0C}" srcOrd="0" destOrd="0" presId="urn:microsoft.com/office/officeart/2016/7/layout/RepeatingBendingProcessNew"/>
    <dgm:cxn modelId="{7FD7C5D1-7D63-41E4-A04F-9E1432B10A67}" type="presOf" srcId="{A3740CE7-AB5A-49A7-8C7A-539B153F1951}" destId="{BEEE8B1B-E7D3-48A2-B100-424A1AFB7DEF}" srcOrd="1" destOrd="0" presId="urn:microsoft.com/office/officeart/2016/7/layout/RepeatingBendingProcessNew"/>
    <dgm:cxn modelId="{86F9A5D5-DA06-4349-B220-5347CED1CC02}" type="presOf" srcId="{51D1050E-451E-49B4-89E2-8A9189C6484C}" destId="{DA261685-B16C-4320-ACE1-B77950D8DBE9}" srcOrd="1" destOrd="0" presId="urn:microsoft.com/office/officeart/2016/7/layout/RepeatingBendingProcessNew"/>
    <dgm:cxn modelId="{8006F7D8-B24E-4DAD-9B03-55965D32BAE8}" type="presOf" srcId="{608599BC-A619-4379-B584-D1AF01C1BB9A}" destId="{E0B7D88B-D465-4F2F-A2B5-6DF59352B79C}" srcOrd="0" destOrd="0" presId="urn:microsoft.com/office/officeart/2016/7/layout/RepeatingBendingProcessNew"/>
    <dgm:cxn modelId="{E97D82EE-47AC-4CB4-819C-C7536ABC030C}" type="presOf" srcId="{738A3209-32C5-44D1-AA11-CE8C950A5196}" destId="{81F71A3C-9D70-42EF-93D6-A9BAB135AE1B}" srcOrd="0" destOrd="0" presId="urn:microsoft.com/office/officeart/2016/7/layout/RepeatingBendingProcessNew"/>
    <dgm:cxn modelId="{71D565BF-A5FB-4BEB-AEB2-B81A08364E80}" type="presParOf" srcId="{81F71A3C-9D70-42EF-93D6-A9BAB135AE1B}" destId="{22FF0163-71DD-4559-ABA7-655F97602786}" srcOrd="0" destOrd="0" presId="urn:microsoft.com/office/officeart/2016/7/layout/RepeatingBendingProcessNew"/>
    <dgm:cxn modelId="{5BB7AFF8-46C4-44B2-ACB2-847DCF5B5F84}" type="presParOf" srcId="{81F71A3C-9D70-42EF-93D6-A9BAB135AE1B}" destId="{832B5D81-2495-4615-B6E5-62CFCB662DAB}" srcOrd="1" destOrd="0" presId="urn:microsoft.com/office/officeart/2016/7/layout/RepeatingBendingProcessNew"/>
    <dgm:cxn modelId="{D14ABDD4-2741-457E-8CE7-62925F2E06F3}" type="presParOf" srcId="{832B5D81-2495-4615-B6E5-62CFCB662DAB}" destId="{BEEE8B1B-E7D3-48A2-B100-424A1AFB7DEF}" srcOrd="0" destOrd="0" presId="urn:microsoft.com/office/officeart/2016/7/layout/RepeatingBendingProcessNew"/>
    <dgm:cxn modelId="{7C17374B-C5D9-4B59-B0E3-F590C2DCC825}" type="presParOf" srcId="{81F71A3C-9D70-42EF-93D6-A9BAB135AE1B}" destId="{6B32C1BC-33EE-4417-8F0A-F3993A495856}" srcOrd="2" destOrd="0" presId="urn:microsoft.com/office/officeart/2016/7/layout/RepeatingBendingProcessNew"/>
    <dgm:cxn modelId="{67F2AF83-ECD1-4675-9030-EF73DF70B0F0}" type="presParOf" srcId="{81F71A3C-9D70-42EF-93D6-A9BAB135AE1B}" destId="{2A7B5C16-20F7-43B9-B0D9-AE21745E7988}" srcOrd="3" destOrd="0" presId="urn:microsoft.com/office/officeart/2016/7/layout/RepeatingBendingProcessNew"/>
    <dgm:cxn modelId="{956F3694-3BA1-4E34-8B62-F89151F8055F}" type="presParOf" srcId="{2A7B5C16-20F7-43B9-B0D9-AE21745E7988}" destId="{80EE8770-B618-4430-9CD4-2017060534D7}" srcOrd="0" destOrd="0" presId="urn:microsoft.com/office/officeart/2016/7/layout/RepeatingBendingProcessNew"/>
    <dgm:cxn modelId="{858EF69A-F665-4944-B9B2-BC3222CD7F68}" type="presParOf" srcId="{81F71A3C-9D70-42EF-93D6-A9BAB135AE1B}" destId="{7561AB7A-965E-4E9E-8176-B96150C61C89}" srcOrd="4" destOrd="0" presId="urn:microsoft.com/office/officeart/2016/7/layout/RepeatingBendingProcessNew"/>
    <dgm:cxn modelId="{6A7039FC-E500-476F-89BE-FB45DABEA656}" type="presParOf" srcId="{81F71A3C-9D70-42EF-93D6-A9BAB135AE1B}" destId="{1D291DDF-B4F3-4845-860D-E04D89F2519D}" srcOrd="5" destOrd="0" presId="urn:microsoft.com/office/officeart/2016/7/layout/RepeatingBendingProcessNew"/>
    <dgm:cxn modelId="{79061800-5CB5-41C0-856D-56DA8465E897}" type="presParOf" srcId="{1D291DDF-B4F3-4845-860D-E04D89F2519D}" destId="{DA261685-B16C-4320-ACE1-B77950D8DBE9}" srcOrd="0" destOrd="0" presId="urn:microsoft.com/office/officeart/2016/7/layout/RepeatingBendingProcessNew"/>
    <dgm:cxn modelId="{A3BC47F5-3AFD-461A-B0D2-FC75B67B145C}" type="presParOf" srcId="{81F71A3C-9D70-42EF-93D6-A9BAB135AE1B}" destId="{3C0FB891-64F5-43BA-B732-832693882418}" srcOrd="6" destOrd="0" presId="urn:microsoft.com/office/officeart/2016/7/layout/RepeatingBendingProcessNew"/>
    <dgm:cxn modelId="{E0E82514-3043-488D-9161-AD57A92A7FB6}" type="presParOf" srcId="{81F71A3C-9D70-42EF-93D6-A9BAB135AE1B}" destId="{CBA6015C-BD68-420B-BCAE-A9F9988F4462}" srcOrd="7" destOrd="0" presId="urn:microsoft.com/office/officeart/2016/7/layout/RepeatingBendingProcessNew"/>
    <dgm:cxn modelId="{BC20FC51-21F6-42D1-A406-DBCDA113CDD6}" type="presParOf" srcId="{CBA6015C-BD68-420B-BCAE-A9F9988F4462}" destId="{D5E639BB-CE80-4332-8E08-20B75270DD40}" srcOrd="0" destOrd="0" presId="urn:microsoft.com/office/officeart/2016/7/layout/RepeatingBendingProcessNew"/>
    <dgm:cxn modelId="{20E21D45-693E-4BB6-AE8E-F354777542C1}" type="presParOf" srcId="{81F71A3C-9D70-42EF-93D6-A9BAB135AE1B}" destId="{8C54D97A-409F-4635-BFB3-FFA11FEF0D0C}" srcOrd="8" destOrd="0" presId="urn:microsoft.com/office/officeart/2016/7/layout/RepeatingBendingProcessNew"/>
    <dgm:cxn modelId="{DC8B2643-432D-4067-80E1-A40B605A43DB}" type="presParOf" srcId="{81F71A3C-9D70-42EF-93D6-A9BAB135AE1B}" destId="{C9370D0A-FEF8-43D4-A6AD-C85EC10C4BFD}" srcOrd="9" destOrd="0" presId="urn:microsoft.com/office/officeart/2016/7/layout/RepeatingBendingProcessNew"/>
    <dgm:cxn modelId="{06396B7B-15A9-4114-8A72-A4EFD4D3621D}" type="presParOf" srcId="{C9370D0A-FEF8-43D4-A6AD-C85EC10C4BFD}" destId="{49FBB2F5-4F4A-4B99-81F5-703D829720EA}" srcOrd="0" destOrd="0" presId="urn:microsoft.com/office/officeart/2016/7/layout/RepeatingBendingProcessNew"/>
    <dgm:cxn modelId="{D4F10439-90E0-4080-8C4C-628E2D4B9F94}" type="presParOf" srcId="{81F71A3C-9D70-42EF-93D6-A9BAB135AE1B}" destId="{E0B7D88B-D465-4F2F-A2B5-6DF59352B79C}" srcOrd="10" destOrd="0" presId="urn:microsoft.com/office/officeart/2016/7/layout/RepeatingBendingProcessNew"/>
    <dgm:cxn modelId="{B1B270C9-D19B-4C0B-9AD1-A3ED3180CEDB}" type="presParOf" srcId="{81F71A3C-9D70-42EF-93D6-A9BAB135AE1B}" destId="{351AA29A-2CCC-44FA-B06F-582354F1BCF8}" srcOrd="11" destOrd="0" presId="urn:microsoft.com/office/officeart/2016/7/layout/RepeatingBendingProcessNew"/>
    <dgm:cxn modelId="{C79D4AF0-D1BC-415B-85B4-20172E536A81}" type="presParOf" srcId="{351AA29A-2CCC-44FA-B06F-582354F1BCF8}" destId="{AF16026B-2D3D-4069-9CD3-8AFD0191A407}" srcOrd="0" destOrd="0" presId="urn:microsoft.com/office/officeart/2016/7/layout/RepeatingBendingProcessNew"/>
    <dgm:cxn modelId="{B4D4955F-D4A8-49EF-A6C6-FB144BA8DA95}" type="presParOf" srcId="{81F71A3C-9D70-42EF-93D6-A9BAB135AE1B}" destId="{85EA8F55-A118-4D0A-B06B-FBB89B0469BF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4B712D-9DAB-4AD6-B034-61D43C811CAE}" type="doc">
      <dgm:prSet loTypeId="urn:microsoft.com/office/officeart/2005/8/layout/default" loCatId="list" qsTypeId="urn:microsoft.com/office/officeart/2005/8/quickstyle/simple1#45" qsCatId="simple" csTypeId="urn:microsoft.com/office/officeart/2005/8/colors/accent3_2#4" csCatId="accent3"/>
      <dgm:spPr/>
      <dgm:t>
        <a:bodyPr/>
        <a:lstStyle/>
        <a:p>
          <a:endParaRPr lang="en-US"/>
        </a:p>
      </dgm:t>
    </dgm:pt>
    <dgm:pt modelId="{619BF1C4-ABFC-42C3-BD63-B829340C5D24}">
      <dgm:prSet/>
      <dgm:spPr/>
      <dgm:t>
        <a:bodyPr/>
        <a:lstStyle/>
        <a:p>
          <a:r>
            <a:rPr lang="en-US" dirty="0"/>
            <a:t>Below- Median Group: </a:t>
          </a:r>
          <a:r>
            <a:rPr lang="en-US" dirty="0" err="1"/>
            <a:t>SoTA</a:t>
          </a:r>
          <a:r>
            <a:rPr lang="en-US" dirty="0"/>
            <a:t>/90 &lt; 4.0</a:t>
          </a:r>
        </a:p>
      </dgm:t>
    </dgm:pt>
    <dgm:pt modelId="{52E565A1-F5B5-4A87-A674-26F8C4B6A03B}" type="parTrans" cxnId="{0CDBECBB-6081-4133-9FD9-5B02568F955A}">
      <dgm:prSet/>
      <dgm:spPr/>
      <dgm:t>
        <a:bodyPr/>
        <a:lstStyle/>
        <a:p>
          <a:endParaRPr lang="en-US"/>
        </a:p>
      </dgm:t>
    </dgm:pt>
    <dgm:pt modelId="{DE21A011-D894-4115-A0FF-05981358A642}" type="sibTrans" cxnId="{0CDBECBB-6081-4133-9FD9-5B02568F955A}">
      <dgm:prSet/>
      <dgm:spPr/>
      <dgm:t>
        <a:bodyPr/>
        <a:lstStyle/>
        <a:p>
          <a:endParaRPr lang="en-US"/>
        </a:p>
      </dgm:t>
    </dgm:pt>
    <dgm:pt modelId="{70E0FBDD-349E-42DE-A437-458BE6BC037B}">
      <dgm:prSet/>
      <dgm:spPr/>
      <dgm:t>
        <a:bodyPr/>
        <a:lstStyle/>
        <a:p>
          <a:r>
            <a:rPr lang="en-US"/>
            <a:t>Above- Median Group: SoTA/90 &gt; 4.0</a:t>
          </a:r>
        </a:p>
      </dgm:t>
    </dgm:pt>
    <dgm:pt modelId="{D8338A2F-9EAE-4DD6-BC5A-040314ACD742}" type="parTrans" cxnId="{A2ED566B-53EC-4830-9761-DD64D4AF1FD6}">
      <dgm:prSet/>
      <dgm:spPr/>
      <dgm:t>
        <a:bodyPr/>
        <a:lstStyle/>
        <a:p>
          <a:endParaRPr lang="en-US"/>
        </a:p>
      </dgm:t>
    </dgm:pt>
    <dgm:pt modelId="{4E7A9F97-B52E-4C3D-98D9-FB442F415558}" type="sibTrans" cxnId="{A2ED566B-53EC-4830-9761-DD64D4AF1FD6}">
      <dgm:prSet/>
      <dgm:spPr/>
      <dgm:t>
        <a:bodyPr/>
        <a:lstStyle/>
        <a:p>
          <a:endParaRPr lang="en-US"/>
        </a:p>
      </dgm:t>
    </dgm:pt>
    <dgm:pt modelId="{47F57341-3D1A-41F2-B34D-C78BE4592AE5}">
      <dgm:prSet/>
      <dgm:spPr/>
      <dgm:t>
        <a:bodyPr/>
        <a:lstStyle/>
        <a:p>
          <a:r>
            <a:rPr lang="en-US" dirty="0"/>
            <a:t>Three observations with </a:t>
          </a:r>
          <a:r>
            <a:rPr lang="en-US" dirty="0" err="1"/>
            <a:t>SoTA</a:t>
          </a:r>
          <a:r>
            <a:rPr lang="en-US" dirty="0"/>
            <a:t>/90 exactly equal to 4.0 were excluded by the &gt;/&lt; conditions.</a:t>
          </a:r>
        </a:p>
      </dgm:t>
    </dgm:pt>
    <dgm:pt modelId="{50491DA2-21A3-44E7-B636-330DEC1EB8E5}" type="parTrans" cxnId="{07F256B3-49D8-43F7-A939-8A1A32C50C57}">
      <dgm:prSet/>
      <dgm:spPr/>
      <dgm:t>
        <a:bodyPr/>
        <a:lstStyle/>
        <a:p>
          <a:endParaRPr lang="en-US"/>
        </a:p>
      </dgm:t>
    </dgm:pt>
    <dgm:pt modelId="{D0727B88-0378-41B5-AA95-BD692F7F0BEE}" type="sibTrans" cxnId="{07F256B3-49D8-43F7-A939-8A1A32C50C57}">
      <dgm:prSet/>
      <dgm:spPr/>
      <dgm:t>
        <a:bodyPr/>
        <a:lstStyle/>
        <a:p>
          <a:endParaRPr lang="en-US"/>
        </a:p>
      </dgm:t>
    </dgm:pt>
    <dgm:pt modelId="{B56997F1-81C2-41A4-8CE3-B2CB4E79FE41}">
      <dgm:prSet/>
      <dgm:spPr/>
      <dgm:t>
        <a:bodyPr/>
        <a:lstStyle/>
        <a:p>
          <a:r>
            <a:rPr lang="en-US" dirty="0"/>
            <a:t>Final Comparison Sample: 45 Goalkeepers</a:t>
          </a:r>
        </a:p>
      </dgm:t>
    </dgm:pt>
    <dgm:pt modelId="{E7D3B372-07AF-4F52-A041-14F19164DE02}" type="parTrans" cxnId="{96730D87-1E65-47F1-BD4A-A5200921D026}">
      <dgm:prSet/>
      <dgm:spPr/>
      <dgm:t>
        <a:bodyPr/>
        <a:lstStyle/>
        <a:p>
          <a:endParaRPr lang="en-US"/>
        </a:p>
      </dgm:t>
    </dgm:pt>
    <dgm:pt modelId="{F2584B4D-5289-4086-A27D-05C8944EE52E}" type="sibTrans" cxnId="{96730D87-1E65-47F1-BD4A-A5200921D026}">
      <dgm:prSet/>
      <dgm:spPr/>
      <dgm:t>
        <a:bodyPr/>
        <a:lstStyle/>
        <a:p>
          <a:endParaRPr lang="en-US"/>
        </a:p>
      </dgm:t>
    </dgm:pt>
    <dgm:pt modelId="{8FCCDD3E-C9A1-4D02-B734-6B70E2E21A2B}" type="pres">
      <dgm:prSet presAssocID="{494B712D-9DAB-4AD6-B034-61D43C811CAE}" presName="diagram" presStyleCnt="0">
        <dgm:presLayoutVars>
          <dgm:dir/>
          <dgm:resizeHandles val="exact"/>
        </dgm:presLayoutVars>
      </dgm:prSet>
      <dgm:spPr/>
    </dgm:pt>
    <dgm:pt modelId="{CCBB40C0-CF06-40F9-8AC5-A68EA62D913F}" type="pres">
      <dgm:prSet presAssocID="{619BF1C4-ABFC-42C3-BD63-B829340C5D24}" presName="node" presStyleLbl="node1" presStyleIdx="0" presStyleCnt="4" custLinFactNeighborX="365" custLinFactNeighborY="-7909">
        <dgm:presLayoutVars>
          <dgm:bulletEnabled val="1"/>
        </dgm:presLayoutVars>
      </dgm:prSet>
      <dgm:spPr/>
    </dgm:pt>
    <dgm:pt modelId="{E2EF74B6-4ECF-49FE-A8D8-080F191FEE00}" type="pres">
      <dgm:prSet presAssocID="{DE21A011-D894-4115-A0FF-05981358A642}" presName="sibTrans" presStyleCnt="0"/>
      <dgm:spPr/>
    </dgm:pt>
    <dgm:pt modelId="{8D4FC4AE-493C-4F19-8B20-C163888750E1}" type="pres">
      <dgm:prSet presAssocID="{70E0FBDD-349E-42DE-A437-458BE6BC037B}" presName="node" presStyleLbl="node1" presStyleIdx="1" presStyleCnt="4" custLinFactNeighborX="-1825" custLinFactNeighborY="-7301">
        <dgm:presLayoutVars>
          <dgm:bulletEnabled val="1"/>
        </dgm:presLayoutVars>
      </dgm:prSet>
      <dgm:spPr/>
    </dgm:pt>
    <dgm:pt modelId="{4C581E90-3000-488B-B6E6-98D9833C7D6F}" type="pres">
      <dgm:prSet presAssocID="{4E7A9F97-B52E-4C3D-98D9-FB442F415558}" presName="sibTrans" presStyleCnt="0"/>
      <dgm:spPr/>
    </dgm:pt>
    <dgm:pt modelId="{39C1861A-9837-4F1C-A6EB-39298B2CBF7E}" type="pres">
      <dgm:prSet presAssocID="{47F57341-3D1A-41F2-B34D-C78BE4592AE5}" presName="node" presStyleLbl="node1" presStyleIdx="2" presStyleCnt="4" custLinFactNeighborX="365" custLinFactNeighborY="-5189">
        <dgm:presLayoutVars>
          <dgm:bulletEnabled val="1"/>
        </dgm:presLayoutVars>
      </dgm:prSet>
      <dgm:spPr/>
    </dgm:pt>
    <dgm:pt modelId="{BE221A6A-9646-4BF0-9872-33DA6E6114D2}" type="pres">
      <dgm:prSet presAssocID="{D0727B88-0378-41B5-AA95-BD692F7F0BEE}" presName="sibTrans" presStyleCnt="0"/>
      <dgm:spPr/>
    </dgm:pt>
    <dgm:pt modelId="{ED8E280F-E412-4FB7-A824-C1C1D68CC696}" type="pres">
      <dgm:prSet presAssocID="{B56997F1-81C2-41A4-8CE3-B2CB4E79FE41}" presName="node" presStyleLbl="node1" presStyleIdx="3" presStyleCnt="4" custLinFactNeighborY="-5189">
        <dgm:presLayoutVars>
          <dgm:bulletEnabled val="1"/>
        </dgm:presLayoutVars>
      </dgm:prSet>
      <dgm:spPr/>
    </dgm:pt>
  </dgm:ptLst>
  <dgm:cxnLst>
    <dgm:cxn modelId="{C837AA19-D0A3-4434-93E1-B32A7DDBBED4}" type="presOf" srcId="{70E0FBDD-349E-42DE-A437-458BE6BC037B}" destId="{8D4FC4AE-493C-4F19-8B20-C163888750E1}" srcOrd="0" destOrd="0" presId="urn:microsoft.com/office/officeart/2005/8/layout/default"/>
    <dgm:cxn modelId="{A2ED566B-53EC-4830-9761-DD64D4AF1FD6}" srcId="{494B712D-9DAB-4AD6-B034-61D43C811CAE}" destId="{70E0FBDD-349E-42DE-A437-458BE6BC037B}" srcOrd="1" destOrd="0" parTransId="{D8338A2F-9EAE-4DD6-BC5A-040314ACD742}" sibTransId="{4E7A9F97-B52E-4C3D-98D9-FB442F415558}"/>
    <dgm:cxn modelId="{288E744E-CBF7-4DFA-B042-A38975D0F7BE}" type="presOf" srcId="{B56997F1-81C2-41A4-8CE3-B2CB4E79FE41}" destId="{ED8E280F-E412-4FB7-A824-C1C1D68CC696}" srcOrd="0" destOrd="0" presId="urn:microsoft.com/office/officeart/2005/8/layout/default"/>
    <dgm:cxn modelId="{167DA074-3DD3-453C-811D-F59CDADE2A1E}" type="presOf" srcId="{47F57341-3D1A-41F2-B34D-C78BE4592AE5}" destId="{39C1861A-9837-4F1C-A6EB-39298B2CBF7E}" srcOrd="0" destOrd="0" presId="urn:microsoft.com/office/officeart/2005/8/layout/default"/>
    <dgm:cxn modelId="{A674FC83-AA7A-4042-8D68-227555CE6DFE}" type="presOf" srcId="{494B712D-9DAB-4AD6-B034-61D43C811CAE}" destId="{8FCCDD3E-C9A1-4D02-B734-6B70E2E21A2B}" srcOrd="0" destOrd="0" presId="urn:microsoft.com/office/officeart/2005/8/layout/default"/>
    <dgm:cxn modelId="{96730D87-1E65-47F1-BD4A-A5200921D026}" srcId="{494B712D-9DAB-4AD6-B034-61D43C811CAE}" destId="{B56997F1-81C2-41A4-8CE3-B2CB4E79FE41}" srcOrd="3" destOrd="0" parTransId="{E7D3B372-07AF-4F52-A041-14F19164DE02}" sibTransId="{F2584B4D-5289-4086-A27D-05C8944EE52E}"/>
    <dgm:cxn modelId="{07F256B3-49D8-43F7-A939-8A1A32C50C57}" srcId="{494B712D-9DAB-4AD6-B034-61D43C811CAE}" destId="{47F57341-3D1A-41F2-B34D-C78BE4592AE5}" srcOrd="2" destOrd="0" parTransId="{50491DA2-21A3-44E7-B636-330DEC1EB8E5}" sibTransId="{D0727B88-0378-41B5-AA95-BD692F7F0BEE}"/>
    <dgm:cxn modelId="{0CDBECBB-6081-4133-9FD9-5B02568F955A}" srcId="{494B712D-9DAB-4AD6-B034-61D43C811CAE}" destId="{619BF1C4-ABFC-42C3-BD63-B829340C5D24}" srcOrd="0" destOrd="0" parTransId="{52E565A1-F5B5-4A87-A674-26F8C4B6A03B}" sibTransId="{DE21A011-D894-4115-A0FF-05981358A642}"/>
    <dgm:cxn modelId="{693318F7-CE0F-4460-9C59-F1F50E548DB2}" type="presOf" srcId="{619BF1C4-ABFC-42C3-BD63-B829340C5D24}" destId="{CCBB40C0-CF06-40F9-8AC5-A68EA62D913F}" srcOrd="0" destOrd="0" presId="urn:microsoft.com/office/officeart/2005/8/layout/default"/>
    <dgm:cxn modelId="{3FB3549F-A463-4ADD-8D82-6E057D9DDDDD}" type="presParOf" srcId="{8FCCDD3E-C9A1-4D02-B734-6B70E2E21A2B}" destId="{CCBB40C0-CF06-40F9-8AC5-A68EA62D913F}" srcOrd="0" destOrd="0" presId="urn:microsoft.com/office/officeart/2005/8/layout/default"/>
    <dgm:cxn modelId="{BD91243C-12F1-42B7-B81E-72406B7E97CD}" type="presParOf" srcId="{8FCCDD3E-C9A1-4D02-B734-6B70E2E21A2B}" destId="{E2EF74B6-4ECF-49FE-A8D8-080F191FEE00}" srcOrd="1" destOrd="0" presId="urn:microsoft.com/office/officeart/2005/8/layout/default"/>
    <dgm:cxn modelId="{60754AFA-14C4-4449-87A3-76E8C43B01B1}" type="presParOf" srcId="{8FCCDD3E-C9A1-4D02-B734-6B70E2E21A2B}" destId="{8D4FC4AE-493C-4F19-8B20-C163888750E1}" srcOrd="2" destOrd="0" presId="urn:microsoft.com/office/officeart/2005/8/layout/default"/>
    <dgm:cxn modelId="{D406CA31-CC15-4E6C-B21B-D3AE88E88FF7}" type="presParOf" srcId="{8FCCDD3E-C9A1-4D02-B734-6B70E2E21A2B}" destId="{4C581E90-3000-488B-B6E6-98D9833C7D6F}" srcOrd="3" destOrd="0" presId="urn:microsoft.com/office/officeart/2005/8/layout/default"/>
    <dgm:cxn modelId="{63554D8C-B3F5-49CC-B016-134719DB32BA}" type="presParOf" srcId="{8FCCDD3E-C9A1-4D02-B734-6B70E2E21A2B}" destId="{39C1861A-9837-4F1C-A6EB-39298B2CBF7E}" srcOrd="4" destOrd="0" presId="urn:microsoft.com/office/officeart/2005/8/layout/default"/>
    <dgm:cxn modelId="{00FD98E9-9F75-42A3-A57E-F6E9ACAB7037}" type="presParOf" srcId="{8FCCDD3E-C9A1-4D02-B734-6B70E2E21A2B}" destId="{BE221A6A-9646-4BF0-9872-33DA6E6114D2}" srcOrd="5" destOrd="0" presId="urn:microsoft.com/office/officeart/2005/8/layout/default"/>
    <dgm:cxn modelId="{56A0E7B9-31A3-4A26-B205-35E0F711BA10}" type="presParOf" srcId="{8FCCDD3E-C9A1-4D02-B734-6B70E2E21A2B}" destId="{ED8E280F-E412-4FB7-A824-C1C1D68CC69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7DDD805-3DF6-4C36-8B60-5E39255CF4C0}" type="doc">
      <dgm:prSet loTypeId="urn:microsoft.com/office/officeart/2008/layout/LinedList" loCatId="list" qsTypeId="urn:microsoft.com/office/officeart/2005/8/quickstyle/simple1#82" qsCatId="simple" csTypeId="urn:microsoft.com/office/officeart/2005/8/colors/accent2_2#6" csCatId="accent2" phldr="1"/>
      <dgm:spPr/>
      <dgm:t>
        <a:bodyPr/>
        <a:lstStyle/>
        <a:p>
          <a:endParaRPr lang="en-US"/>
        </a:p>
      </dgm:t>
    </dgm:pt>
    <dgm:pt modelId="{F57FF63C-11EC-4DAD-B008-976FEB934D82}">
      <dgm:prSet/>
      <dgm:spPr/>
      <dgm:t>
        <a:bodyPr/>
        <a:lstStyle/>
        <a:p>
          <a:r>
            <a:rPr lang="en-US" dirty="0"/>
            <a:t>Difference in mean Save%(above – below) = -4.58 percentage points</a:t>
          </a:r>
        </a:p>
      </dgm:t>
    </dgm:pt>
    <dgm:pt modelId="{653F1DDF-D975-4A1E-951C-7183061F3775}" type="parTrans" cxnId="{88E096B3-FA14-4878-900F-D1C3D068A3F6}">
      <dgm:prSet/>
      <dgm:spPr/>
      <dgm:t>
        <a:bodyPr/>
        <a:lstStyle/>
        <a:p>
          <a:endParaRPr lang="en-US"/>
        </a:p>
      </dgm:t>
    </dgm:pt>
    <dgm:pt modelId="{53DF8068-A17B-4084-94AC-1163420B890A}" type="sibTrans" cxnId="{88E096B3-FA14-4878-900F-D1C3D068A3F6}">
      <dgm:prSet/>
      <dgm:spPr/>
      <dgm:t>
        <a:bodyPr/>
        <a:lstStyle/>
        <a:p>
          <a:endParaRPr lang="en-US"/>
        </a:p>
      </dgm:t>
    </dgm:pt>
    <dgm:pt modelId="{073DEFB9-2A50-4012-83FC-48D937BC1EA0}">
      <dgm:prSet/>
      <dgm:spPr/>
      <dgm:t>
        <a:bodyPr/>
        <a:lstStyle/>
        <a:p>
          <a:r>
            <a:rPr lang="en-US" dirty="0"/>
            <a:t>95% Confidence Interval for the difference: (-12.79, 3.64)</a:t>
          </a:r>
        </a:p>
      </dgm:t>
    </dgm:pt>
    <dgm:pt modelId="{B6670958-8520-4B1D-9AE9-0DC96C0D4983}" type="parTrans" cxnId="{EF5D6582-9A61-41EC-A456-A12F47658D91}">
      <dgm:prSet/>
      <dgm:spPr/>
      <dgm:t>
        <a:bodyPr/>
        <a:lstStyle/>
        <a:p>
          <a:endParaRPr lang="en-US"/>
        </a:p>
      </dgm:t>
    </dgm:pt>
    <dgm:pt modelId="{10918647-D307-4B6B-84A6-788C148C9426}" type="sibTrans" cxnId="{EF5D6582-9A61-41EC-A456-A12F47658D91}">
      <dgm:prSet/>
      <dgm:spPr/>
      <dgm:t>
        <a:bodyPr/>
        <a:lstStyle/>
        <a:p>
          <a:endParaRPr lang="en-US"/>
        </a:p>
      </dgm:t>
    </dgm:pt>
    <dgm:pt modelId="{58019F6E-1120-4F6A-9977-DADCCC5204E4}">
      <dgm:prSet/>
      <dgm:spPr/>
      <dgm:t>
        <a:bodyPr/>
        <a:lstStyle/>
        <a:p>
          <a:r>
            <a:rPr lang="en-US" dirty="0"/>
            <a:t>This interval contains 0.</a:t>
          </a:r>
        </a:p>
      </dgm:t>
    </dgm:pt>
    <dgm:pt modelId="{ED075834-2B03-4D0A-A0A1-3CBB2ED290FF}" type="parTrans" cxnId="{D79D1B12-9B27-407F-8B41-C48BD80A27D0}">
      <dgm:prSet/>
      <dgm:spPr/>
      <dgm:t>
        <a:bodyPr/>
        <a:lstStyle/>
        <a:p>
          <a:endParaRPr lang="en-US"/>
        </a:p>
      </dgm:t>
    </dgm:pt>
    <dgm:pt modelId="{93E88F99-17B6-4F55-AF0D-984BD26CD447}" type="sibTrans" cxnId="{D79D1B12-9B27-407F-8B41-C48BD80A27D0}">
      <dgm:prSet/>
      <dgm:spPr/>
      <dgm:t>
        <a:bodyPr/>
        <a:lstStyle/>
        <a:p>
          <a:endParaRPr lang="en-US"/>
        </a:p>
      </dgm:t>
    </dgm:pt>
    <dgm:pt modelId="{505FAD73-2057-442B-9E2B-F813362900DD}">
      <dgm:prSet/>
      <dgm:spPr/>
      <dgm:t>
        <a:bodyPr/>
        <a:lstStyle/>
        <a:p>
          <a:r>
            <a:rPr lang="en-US" dirty="0"/>
            <a:t>A zero difference is therefore plausible based on this interval.</a:t>
          </a:r>
        </a:p>
      </dgm:t>
    </dgm:pt>
    <dgm:pt modelId="{D66F20F4-E9C4-4B4C-9180-BA0848BB6877}" type="parTrans" cxnId="{BB676B10-F974-428B-9C8F-69DF274E09D7}">
      <dgm:prSet/>
      <dgm:spPr/>
      <dgm:t>
        <a:bodyPr/>
        <a:lstStyle/>
        <a:p>
          <a:endParaRPr lang="en-US"/>
        </a:p>
      </dgm:t>
    </dgm:pt>
    <dgm:pt modelId="{33C03F8E-3C8D-4CCC-BEB8-1B59E4BF499B}" type="sibTrans" cxnId="{BB676B10-F974-428B-9C8F-69DF274E09D7}">
      <dgm:prSet/>
      <dgm:spPr/>
      <dgm:t>
        <a:bodyPr/>
        <a:lstStyle/>
        <a:p>
          <a:endParaRPr lang="en-US"/>
        </a:p>
      </dgm:t>
    </dgm:pt>
    <dgm:pt modelId="{E43B9D66-CA16-44F1-B2F5-7494A33340FE}">
      <dgm:prSet/>
      <dgm:spPr/>
      <dgm:t>
        <a:bodyPr/>
        <a:lstStyle/>
        <a:p>
          <a:r>
            <a:rPr lang="en-US"/>
            <a:t>The confidence interval is consistent with the later t- test result.</a:t>
          </a:r>
        </a:p>
      </dgm:t>
    </dgm:pt>
    <dgm:pt modelId="{EAB18D7E-EE48-4DA9-997D-8BCBC0BFA67B}" type="parTrans" cxnId="{EC484F03-3A96-46A9-8E54-52B4FEB73430}">
      <dgm:prSet/>
      <dgm:spPr/>
      <dgm:t>
        <a:bodyPr/>
        <a:lstStyle/>
        <a:p>
          <a:endParaRPr lang="en-US"/>
        </a:p>
      </dgm:t>
    </dgm:pt>
    <dgm:pt modelId="{06BD666E-5B7D-4B6D-8E4D-1575FD9EA51A}" type="sibTrans" cxnId="{EC484F03-3A96-46A9-8E54-52B4FEB73430}">
      <dgm:prSet/>
      <dgm:spPr/>
      <dgm:t>
        <a:bodyPr/>
        <a:lstStyle/>
        <a:p>
          <a:endParaRPr lang="en-US"/>
        </a:p>
      </dgm:t>
    </dgm:pt>
    <dgm:pt modelId="{72560CF8-7EE4-444A-AA33-7F848379720C}">
      <dgm:prSet/>
      <dgm:spPr/>
      <dgm:t>
        <a:bodyPr/>
        <a:lstStyle/>
        <a:p>
          <a:r>
            <a:rPr lang="en-US"/>
            <a:t>The analysis used Welch’s approach for the difference in means.</a:t>
          </a:r>
        </a:p>
      </dgm:t>
    </dgm:pt>
    <dgm:pt modelId="{D853479D-5DAF-4394-B240-0AC52A54A526}" type="parTrans" cxnId="{E4320881-9F12-40DE-955F-D795E54FDDBD}">
      <dgm:prSet/>
      <dgm:spPr/>
      <dgm:t>
        <a:bodyPr/>
        <a:lstStyle/>
        <a:p>
          <a:endParaRPr lang="en-US"/>
        </a:p>
      </dgm:t>
    </dgm:pt>
    <dgm:pt modelId="{B3F7E84C-FEB4-4374-89BE-D66813D3B0E5}" type="sibTrans" cxnId="{E4320881-9F12-40DE-955F-D795E54FDDBD}">
      <dgm:prSet/>
      <dgm:spPr/>
      <dgm:t>
        <a:bodyPr/>
        <a:lstStyle/>
        <a:p>
          <a:endParaRPr lang="en-US"/>
        </a:p>
      </dgm:t>
    </dgm:pt>
    <dgm:pt modelId="{2B42E7FB-43EB-4E80-9C78-3CB69592C72F}">
      <dgm:prSet phldrT="[Text]" phldr="0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a</a:t>
          </a:r>
        </a:p>
      </dgm:t>
    </dgm:pt>
    <dgm:pt modelId="{67FFBA56-6909-444B-B5FC-C2E42D5F5800}" type="parTrans" cxnId="{8721BE27-F587-4A3C-BFEF-BC7D524428DA}">
      <dgm:prSet/>
      <dgm:spPr/>
      <dgm:t>
        <a:bodyPr/>
        <a:lstStyle/>
        <a:p>
          <a:endParaRPr lang="en-US"/>
        </a:p>
      </dgm:t>
    </dgm:pt>
    <dgm:pt modelId="{F46C189C-AD1F-447C-BF48-A6FCA7E4A932}" type="sibTrans" cxnId="{8721BE27-F587-4A3C-BFEF-BC7D524428DA}">
      <dgm:prSet/>
      <dgm:spPr/>
      <dgm:t>
        <a:bodyPr/>
        <a:lstStyle/>
        <a:p>
          <a:endParaRPr lang="en-US"/>
        </a:p>
      </dgm:t>
    </dgm:pt>
    <dgm:pt modelId="{0BE75351-6949-4E56-BE16-368420BA0EBF}" type="pres">
      <dgm:prSet presAssocID="{97DDD805-3DF6-4C36-8B60-5E39255CF4C0}" presName="vert0" presStyleCnt="0">
        <dgm:presLayoutVars>
          <dgm:dir/>
          <dgm:animOne val="branch"/>
          <dgm:animLvl val="lvl"/>
        </dgm:presLayoutVars>
      </dgm:prSet>
      <dgm:spPr/>
    </dgm:pt>
    <dgm:pt modelId="{A41F8C27-9391-49E1-8742-5BB75A02847E}" type="pres">
      <dgm:prSet presAssocID="{F57FF63C-11EC-4DAD-B008-976FEB934D82}" presName="thickLine" presStyleLbl="alignNode1" presStyleIdx="0" presStyleCnt="7"/>
      <dgm:spPr/>
    </dgm:pt>
    <dgm:pt modelId="{95A10E76-055E-4E08-87CA-0073CAA5459E}" type="pres">
      <dgm:prSet presAssocID="{F57FF63C-11EC-4DAD-B008-976FEB934D82}" presName="horz1" presStyleCnt="0"/>
      <dgm:spPr/>
    </dgm:pt>
    <dgm:pt modelId="{E9D61CE5-4861-4A1E-80C3-2560976283ED}" type="pres">
      <dgm:prSet presAssocID="{F57FF63C-11EC-4DAD-B008-976FEB934D82}" presName="tx1" presStyleLbl="revTx" presStyleIdx="0" presStyleCnt="7"/>
      <dgm:spPr/>
    </dgm:pt>
    <dgm:pt modelId="{7C0ED898-4085-4670-946A-416D81947F71}" type="pres">
      <dgm:prSet presAssocID="{F57FF63C-11EC-4DAD-B008-976FEB934D82}" presName="vert1" presStyleCnt="0"/>
      <dgm:spPr/>
    </dgm:pt>
    <dgm:pt modelId="{196A8614-4A83-4613-9B9B-B3003671C27B}" type="pres">
      <dgm:prSet presAssocID="{073DEFB9-2A50-4012-83FC-48D937BC1EA0}" presName="thickLine" presStyleLbl="alignNode1" presStyleIdx="1" presStyleCnt="7"/>
      <dgm:spPr/>
    </dgm:pt>
    <dgm:pt modelId="{3AE1F27F-2DC6-435E-9687-CC8C8D639917}" type="pres">
      <dgm:prSet presAssocID="{073DEFB9-2A50-4012-83FC-48D937BC1EA0}" presName="horz1" presStyleCnt="0"/>
      <dgm:spPr/>
    </dgm:pt>
    <dgm:pt modelId="{CAEECBEA-BB4C-4F8E-8B17-BFC6EFB73B29}" type="pres">
      <dgm:prSet presAssocID="{073DEFB9-2A50-4012-83FC-48D937BC1EA0}" presName="tx1" presStyleLbl="revTx" presStyleIdx="1" presStyleCnt="7"/>
      <dgm:spPr/>
    </dgm:pt>
    <dgm:pt modelId="{4583C970-AFC1-46EB-835D-32461F42BFBA}" type="pres">
      <dgm:prSet presAssocID="{073DEFB9-2A50-4012-83FC-48D937BC1EA0}" presName="vert1" presStyleCnt="0"/>
      <dgm:spPr/>
    </dgm:pt>
    <dgm:pt modelId="{FED1E458-C710-4416-B12D-0BC87DF448A1}" type="pres">
      <dgm:prSet presAssocID="{2B42E7FB-43EB-4E80-9C78-3CB69592C72F}" presName="thickLine" presStyleLbl="alignNode1" presStyleIdx="2" presStyleCnt="7"/>
      <dgm:spPr/>
    </dgm:pt>
    <dgm:pt modelId="{6B394B92-FAC4-4D49-AEE0-246E8CE2AF4D}" type="pres">
      <dgm:prSet presAssocID="{2B42E7FB-43EB-4E80-9C78-3CB69592C72F}" presName="horz1" presStyleCnt="0"/>
      <dgm:spPr/>
    </dgm:pt>
    <dgm:pt modelId="{B80E31A8-E734-4B64-8FE3-50396BA194AA}" type="pres">
      <dgm:prSet presAssocID="{2B42E7FB-43EB-4E80-9C78-3CB69592C72F}" presName="tx1" presStyleLbl="revTx" presStyleIdx="2" presStyleCnt="7"/>
      <dgm:spPr/>
    </dgm:pt>
    <dgm:pt modelId="{5FFF9244-8593-4D70-80E2-E51685FF2660}" type="pres">
      <dgm:prSet presAssocID="{2B42E7FB-43EB-4E80-9C78-3CB69592C72F}" presName="vert1" presStyleCnt="0"/>
      <dgm:spPr/>
    </dgm:pt>
    <dgm:pt modelId="{37E7D2D5-4E6F-4C68-BB0E-246457455C73}" type="pres">
      <dgm:prSet presAssocID="{58019F6E-1120-4F6A-9977-DADCCC5204E4}" presName="thickLine" presStyleLbl="alignNode1" presStyleIdx="3" presStyleCnt="7"/>
      <dgm:spPr/>
    </dgm:pt>
    <dgm:pt modelId="{8CDB8563-1622-4736-95AD-127E075CEA8D}" type="pres">
      <dgm:prSet presAssocID="{58019F6E-1120-4F6A-9977-DADCCC5204E4}" presName="horz1" presStyleCnt="0"/>
      <dgm:spPr/>
    </dgm:pt>
    <dgm:pt modelId="{847FA30A-5D22-4E00-A755-0CECFB78D819}" type="pres">
      <dgm:prSet presAssocID="{58019F6E-1120-4F6A-9977-DADCCC5204E4}" presName="tx1" presStyleLbl="revTx" presStyleIdx="3" presStyleCnt="7"/>
      <dgm:spPr/>
    </dgm:pt>
    <dgm:pt modelId="{15D04949-0EA5-45BE-85D6-A4BBAC82C0D7}" type="pres">
      <dgm:prSet presAssocID="{58019F6E-1120-4F6A-9977-DADCCC5204E4}" presName="vert1" presStyleCnt="0"/>
      <dgm:spPr/>
    </dgm:pt>
    <dgm:pt modelId="{34071BC4-EF62-4589-BE82-EDE00046D541}" type="pres">
      <dgm:prSet presAssocID="{505FAD73-2057-442B-9E2B-F813362900DD}" presName="thickLine" presStyleLbl="alignNode1" presStyleIdx="4" presStyleCnt="7"/>
      <dgm:spPr/>
    </dgm:pt>
    <dgm:pt modelId="{EF6A8E36-0303-4DEA-BA76-737CF23AE7EA}" type="pres">
      <dgm:prSet presAssocID="{505FAD73-2057-442B-9E2B-F813362900DD}" presName="horz1" presStyleCnt="0"/>
      <dgm:spPr/>
    </dgm:pt>
    <dgm:pt modelId="{B4FD331C-932E-4142-8424-989D7E2FA2F6}" type="pres">
      <dgm:prSet presAssocID="{505FAD73-2057-442B-9E2B-F813362900DD}" presName="tx1" presStyleLbl="revTx" presStyleIdx="4" presStyleCnt="7"/>
      <dgm:spPr/>
    </dgm:pt>
    <dgm:pt modelId="{94334AFD-99C2-42F5-8D95-B36C06DA6547}" type="pres">
      <dgm:prSet presAssocID="{505FAD73-2057-442B-9E2B-F813362900DD}" presName="vert1" presStyleCnt="0"/>
      <dgm:spPr/>
    </dgm:pt>
    <dgm:pt modelId="{4D372261-1DD5-4AE2-AA69-A3FEDC4E3AE6}" type="pres">
      <dgm:prSet presAssocID="{E43B9D66-CA16-44F1-B2F5-7494A33340FE}" presName="thickLine" presStyleLbl="alignNode1" presStyleIdx="5" presStyleCnt="7"/>
      <dgm:spPr/>
    </dgm:pt>
    <dgm:pt modelId="{FDBE7375-DBD7-4DFD-9D97-C93AA92100DF}" type="pres">
      <dgm:prSet presAssocID="{E43B9D66-CA16-44F1-B2F5-7494A33340FE}" presName="horz1" presStyleCnt="0"/>
      <dgm:spPr/>
    </dgm:pt>
    <dgm:pt modelId="{3E75AAE0-0451-4E24-B452-8AFB83CA4DAC}" type="pres">
      <dgm:prSet presAssocID="{E43B9D66-CA16-44F1-B2F5-7494A33340FE}" presName="tx1" presStyleLbl="revTx" presStyleIdx="5" presStyleCnt="7"/>
      <dgm:spPr/>
    </dgm:pt>
    <dgm:pt modelId="{E6F098D8-3094-4616-92A5-5F0FBBB8072C}" type="pres">
      <dgm:prSet presAssocID="{E43B9D66-CA16-44F1-B2F5-7494A33340FE}" presName="vert1" presStyleCnt="0"/>
      <dgm:spPr/>
    </dgm:pt>
    <dgm:pt modelId="{F294DA04-A614-45F3-A61E-314B96373F83}" type="pres">
      <dgm:prSet presAssocID="{72560CF8-7EE4-444A-AA33-7F848379720C}" presName="thickLine" presStyleLbl="alignNode1" presStyleIdx="6" presStyleCnt="7"/>
      <dgm:spPr/>
    </dgm:pt>
    <dgm:pt modelId="{2C318935-B6B4-45B9-8F24-F05E72D9443C}" type="pres">
      <dgm:prSet presAssocID="{72560CF8-7EE4-444A-AA33-7F848379720C}" presName="horz1" presStyleCnt="0"/>
      <dgm:spPr/>
    </dgm:pt>
    <dgm:pt modelId="{C7B05BCE-D8AB-45F6-9968-9D6816F93ED0}" type="pres">
      <dgm:prSet presAssocID="{72560CF8-7EE4-444A-AA33-7F848379720C}" presName="tx1" presStyleLbl="revTx" presStyleIdx="6" presStyleCnt="7"/>
      <dgm:spPr/>
    </dgm:pt>
    <dgm:pt modelId="{72BC4EE6-647C-4467-8E6B-074A857FEF51}" type="pres">
      <dgm:prSet presAssocID="{72560CF8-7EE4-444A-AA33-7F848379720C}" presName="vert1" presStyleCnt="0"/>
      <dgm:spPr/>
    </dgm:pt>
  </dgm:ptLst>
  <dgm:cxnLst>
    <dgm:cxn modelId="{EC484F03-3A96-46A9-8E54-52B4FEB73430}" srcId="{97DDD805-3DF6-4C36-8B60-5E39255CF4C0}" destId="{E43B9D66-CA16-44F1-B2F5-7494A33340FE}" srcOrd="5" destOrd="0" parTransId="{EAB18D7E-EE48-4DA9-997D-8BCBC0BFA67B}" sibTransId="{06BD666E-5B7D-4B6D-8E4D-1575FD9EA51A}"/>
    <dgm:cxn modelId="{BB676B10-F974-428B-9C8F-69DF274E09D7}" srcId="{97DDD805-3DF6-4C36-8B60-5E39255CF4C0}" destId="{505FAD73-2057-442B-9E2B-F813362900DD}" srcOrd="4" destOrd="0" parTransId="{D66F20F4-E9C4-4B4C-9180-BA0848BB6877}" sibTransId="{33C03F8E-3C8D-4CCC-BEB8-1B59E4BF499B}"/>
    <dgm:cxn modelId="{D79D1B12-9B27-407F-8B41-C48BD80A27D0}" srcId="{97DDD805-3DF6-4C36-8B60-5E39255CF4C0}" destId="{58019F6E-1120-4F6A-9977-DADCCC5204E4}" srcOrd="3" destOrd="0" parTransId="{ED075834-2B03-4D0A-A0A1-3CBB2ED290FF}" sibTransId="{93E88F99-17B6-4F55-AF0D-984BD26CD447}"/>
    <dgm:cxn modelId="{8721BE27-F587-4A3C-BFEF-BC7D524428DA}" srcId="{97DDD805-3DF6-4C36-8B60-5E39255CF4C0}" destId="{2B42E7FB-43EB-4E80-9C78-3CB69592C72F}" srcOrd="2" destOrd="0" parTransId="{67FFBA56-6909-444B-B5FC-C2E42D5F5800}" sibTransId="{F46C189C-AD1F-447C-BF48-A6FCA7E4A932}"/>
    <dgm:cxn modelId="{AC23F95D-5BCB-45E5-8CE0-70455A574C90}" type="presOf" srcId="{58019F6E-1120-4F6A-9977-DADCCC5204E4}" destId="{847FA30A-5D22-4E00-A755-0CECFB78D819}" srcOrd="0" destOrd="0" presId="urn:microsoft.com/office/officeart/2008/layout/LinedList"/>
    <dgm:cxn modelId="{62A38142-4680-4743-BBC4-4896EE14539B}" type="presOf" srcId="{97DDD805-3DF6-4C36-8B60-5E39255CF4C0}" destId="{0BE75351-6949-4E56-BE16-368420BA0EBF}" srcOrd="0" destOrd="0" presId="urn:microsoft.com/office/officeart/2008/layout/LinedList"/>
    <dgm:cxn modelId="{7465EC52-DE3C-47BF-BB54-3D6952C02314}" type="presOf" srcId="{073DEFB9-2A50-4012-83FC-48D937BC1EA0}" destId="{CAEECBEA-BB4C-4F8E-8B17-BFC6EFB73B29}" srcOrd="0" destOrd="0" presId="urn:microsoft.com/office/officeart/2008/layout/LinedList"/>
    <dgm:cxn modelId="{869F767C-E3AD-452D-BC93-52648F62B78F}" type="presOf" srcId="{2B42E7FB-43EB-4E80-9C78-3CB69592C72F}" destId="{B80E31A8-E734-4B64-8FE3-50396BA194AA}" srcOrd="0" destOrd="0" presId="urn:microsoft.com/office/officeart/2008/layout/LinedList"/>
    <dgm:cxn modelId="{E4320881-9F12-40DE-955F-D795E54FDDBD}" srcId="{97DDD805-3DF6-4C36-8B60-5E39255CF4C0}" destId="{72560CF8-7EE4-444A-AA33-7F848379720C}" srcOrd="6" destOrd="0" parTransId="{D853479D-5DAF-4394-B240-0AC52A54A526}" sibTransId="{B3F7E84C-FEB4-4374-89BE-D66813D3B0E5}"/>
    <dgm:cxn modelId="{EF5D6582-9A61-41EC-A456-A12F47658D91}" srcId="{97DDD805-3DF6-4C36-8B60-5E39255CF4C0}" destId="{073DEFB9-2A50-4012-83FC-48D937BC1EA0}" srcOrd="1" destOrd="0" parTransId="{B6670958-8520-4B1D-9AE9-0DC96C0D4983}" sibTransId="{10918647-D307-4B6B-84A6-788C148C9426}"/>
    <dgm:cxn modelId="{B365B282-6808-4BCC-A62F-DFA558F71387}" type="presOf" srcId="{72560CF8-7EE4-444A-AA33-7F848379720C}" destId="{C7B05BCE-D8AB-45F6-9968-9D6816F93ED0}" srcOrd="0" destOrd="0" presId="urn:microsoft.com/office/officeart/2008/layout/LinedList"/>
    <dgm:cxn modelId="{7CC512AC-0CA5-402C-BDFE-2027DDBB5999}" type="presOf" srcId="{E43B9D66-CA16-44F1-B2F5-7494A33340FE}" destId="{3E75AAE0-0451-4E24-B452-8AFB83CA4DAC}" srcOrd="0" destOrd="0" presId="urn:microsoft.com/office/officeart/2008/layout/LinedList"/>
    <dgm:cxn modelId="{88E096B3-FA14-4878-900F-D1C3D068A3F6}" srcId="{97DDD805-3DF6-4C36-8B60-5E39255CF4C0}" destId="{F57FF63C-11EC-4DAD-B008-976FEB934D82}" srcOrd="0" destOrd="0" parTransId="{653F1DDF-D975-4A1E-951C-7183061F3775}" sibTransId="{53DF8068-A17B-4084-94AC-1163420B890A}"/>
    <dgm:cxn modelId="{4CD844F0-41A0-4770-9332-588448036323}" type="presOf" srcId="{F57FF63C-11EC-4DAD-B008-976FEB934D82}" destId="{E9D61CE5-4861-4A1E-80C3-2560976283ED}" srcOrd="0" destOrd="0" presId="urn:microsoft.com/office/officeart/2008/layout/LinedList"/>
    <dgm:cxn modelId="{B1F7DAF7-18E7-44FA-94AF-620C778C7303}" type="presOf" srcId="{505FAD73-2057-442B-9E2B-F813362900DD}" destId="{B4FD331C-932E-4142-8424-989D7E2FA2F6}" srcOrd="0" destOrd="0" presId="urn:microsoft.com/office/officeart/2008/layout/LinedList"/>
    <dgm:cxn modelId="{76BEA091-7158-4E3C-BE7F-FDBCC70BA613}" type="presParOf" srcId="{0BE75351-6949-4E56-BE16-368420BA0EBF}" destId="{A41F8C27-9391-49E1-8742-5BB75A02847E}" srcOrd="0" destOrd="0" presId="urn:microsoft.com/office/officeart/2008/layout/LinedList"/>
    <dgm:cxn modelId="{39D82ACA-920C-463E-BE6C-46105B2D25D7}" type="presParOf" srcId="{0BE75351-6949-4E56-BE16-368420BA0EBF}" destId="{95A10E76-055E-4E08-87CA-0073CAA5459E}" srcOrd="1" destOrd="0" presId="urn:microsoft.com/office/officeart/2008/layout/LinedList"/>
    <dgm:cxn modelId="{C9FD6DD1-93D6-4804-BAF3-76CE0DEB3AF9}" type="presParOf" srcId="{95A10E76-055E-4E08-87CA-0073CAA5459E}" destId="{E9D61CE5-4861-4A1E-80C3-2560976283ED}" srcOrd="0" destOrd="0" presId="urn:microsoft.com/office/officeart/2008/layout/LinedList"/>
    <dgm:cxn modelId="{BF094CB0-7F18-4E01-BB7E-E5053C63D584}" type="presParOf" srcId="{95A10E76-055E-4E08-87CA-0073CAA5459E}" destId="{7C0ED898-4085-4670-946A-416D81947F71}" srcOrd="1" destOrd="0" presId="urn:microsoft.com/office/officeart/2008/layout/LinedList"/>
    <dgm:cxn modelId="{9813AA6F-1BBD-4F18-A7D1-1318F712B827}" type="presParOf" srcId="{0BE75351-6949-4E56-BE16-368420BA0EBF}" destId="{196A8614-4A83-4613-9B9B-B3003671C27B}" srcOrd="2" destOrd="0" presId="urn:microsoft.com/office/officeart/2008/layout/LinedList"/>
    <dgm:cxn modelId="{5B1C35FF-1405-4A0B-BF43-C93802BF56F3}" type="presParOf" srcId="{0BE75351-6949-4E56-BE16-368420BA0EBF}" destId="{3AE1F27F-2DC6-435E-9687-CC8C8D639917}" srcOrd="3" destOrd="0" presId="urn:microsoft.com/office/officeart/2008/layout/LinedList"/>
    <dgm:cxn modelId="{D3BD2C6C-2B57-4308-97E0-5268B7049D45}" type="presParOf" srcId="{3AE1F27F-2DC6-435E-9687-CC8C8D639917}" destId="{CAEECBEA-BB4C-4F8E-8B17-BFC6EFB73B29}" srcOrd="0" destOrd="0" presId="urn:microsoft.com/office/officeart/2008/layout/LinedList"/>
    <dgm:cxn modelId="{0E8024F9-0275-4F51-97E3-221CF30BB95E}" type="presParOf" srcId="{3AE1F27F-2DC6-435E-9687-CC8C8D639917}" destId="{4583C970-AFC1-46EB-835D-32461F42BFBA}" srcOrd="1" destOrd="0" presId="urn:microsoft.com/office/officeart/2008/layout/LinedList"/>
    <dgm:cxn modelId="{8DD170C5-EB77-4504-A90E-B11DB06F47FE}" type="presParOf" srcId="{0BE75351-6949-4E56-BE16-368420BA0EBF}" destId="{FED1E458-C710-4416-B12D-0BC87DF448A1}" srcOrd="4" destOrd="0" presId="urn:microsoft.com/office/officeart/2008/layout/LinedList"/>
    <dgm:cxn modelId="{E84B5A6D-01D6-4D0A-A1B7-9085D5B340D5}" type="presParOf" srcId="{0BE75351-6949-4E56-BE16-368420BA0EBF}" destId="{6B394B92-FAC4-4D49-AEE0-246E8CE2AF4D}" srcOrd="5" destOrd="0" presId="urn:microsoft.com/office/officeart/2008/layout/LinedList"/>
    <dgm:cxn modelId="{6AF8F37D-57D7-4116-AF56-358D8AACD43D}" type="presParOf" srcId="{6B394B92-FAC4-4D49-AEE0-246E8CE2AF4D}" destId="{B80E31A8-E734-4B64-8FE3-50396BA194AA}" srcOrd="0" destOrd="0" presId="urn:microsoft.com/office/officeart/2008/layout/LinedList"/>
    <dgm:cxn modelId="{780B746C-B7B0-4FA9-89AD-2EB2796B434F}" type="presParOf" srcId="{6B394B92-FAC4-4D49-AEE0-246E8CE2AF4D}" destId="{5FFF9244-8593-4D70-80E2-E51685FF2660}" srcOrd="1" destOrd="0" presId="urn:microsoft.com/office/officeart/2008/layout/LinedList"/>
    <dgm:cxn modelId="{8F47863D-FF45-4A26-B151-834CA33E2708}" type="presParOf" srcId="{0BE75351-6949-4E56-BE16-368420BA0EBF}" destId="{37E7D2D5-4E6F-4C68-BB0E-246457455C73}" srcOrd="6" destOrd="0" presId="urn:microsoft.com/office/officeart/2008/layout/LinedList"/>
    <dgm:cxn modelId="{0311CCD1-E647-4EA9-893B-A9017260DF38}" type="presParOf" srcId="{0BE75351-6949-4E56-BE16-368420BA0EBF}" destId="{8CDB8563-1622-4736-95AD-127E075CEA8D}" srcOrd="7" destOrd="0" presId="urn:microsoft.com/office/officeart/2008/layout/LinedList"/>
    <dgm:cxn modelId="{04AFCC16-388B-4038-AD72-051FF8971A7B}" type="presParOf" srcId="{8CDB8563-1622-4736-95AD-127E075CEA8D}" destId="{847FA30A-5D22-4E00-A755-0CECFB78D819}" srcOrd="0" destOrd="0" presId="urn:microsoft.com/office/officeart/2008/layout/LinedList"/>
    <dgm:cxn modelId="{45005D13-8EC7-401F-9658-C6A4B5E4E2E4}" type="presParOf" srcId="{8CDB8563-1622-4736-95AD-127E075CEA8D}" destId="{15D04949-0EA5-45BE-85D6-A4BBAC82C0D7}" srcOrd="1" destOrd="0" presId="urn:microsoft.com/office/officeart/2008/layout/LinedList"/>
    <dgm:cxn modelId="{F2269BFD-E4BB-40FE-8398-89C9ECB4F31C}" type="presParOf" srcId="{0BE75351-6949-4E56-BE16-368420BA0EBF}" destId="{34071BC4-EF62-4589-BE82-EDE00046D541}" srcOrd="8" destOrd="0" presId="urn:microsoft.com/office/officeart/2008/layout/LinedList"/>
    <dgm:cxn modelId="{14DE5B0D-75DE-4280-879F-1FB4F2F1610F}" type="presParOf" srcId="{0BE75351-6949-4E56-BE16-368420BA0EBF}" destId="{EF6A8E36-0303-4DEA-BA76-737CF23AE7EA}" srcOrd="9" destOrd="0" presId="urn:microsoft.com/office/officeart/2008/layout/LinedList"/>
    <dgm:cxn modelId="{75F586C9-FE42-4AD2-9BDB-AAFB74E84935}" type="presParOf" srcId="{EF6A8E36-0303-4DEA-BA76-737CF23AE7EA}" destId="{B4FD331C-932E-4142-8424-989D7E2FA2F6}" srcOrd="0" destOrd="0" presId="urn:microsoft.com/office/officeart/2008/layout/LinedList"/>
    <dgm:cxn modelId="{54A79A6D-19CD-414F-9712-C92B62B4C5B3}" type="presParOf" srcId="{EF6A8E36-0303-4DEA-BA76-737CF23AE7EA}" destId="{94334AFD-99C2-42F5-8D95-B36C06DA6547}" srcOrd="1" destOrd="0" presId="urn:microsoft.com/office/officeart/2008/layout/LinedList"/>
    <dgm:cxn modelId="{A8E4FD74-5612-4B27-A834-E72861408286}" type="presParOf" srcId="{0BE75351-6949-4E56-BE16-368420BA0EBF}" destId="{4D372261-1DD5-4AE2-AA69-A3FEDC4E3AE6}" srcOrd="10" destOrd="0" presId="urn:microsoft.com/office/officeart/2008/layout/LinedList"/>
    <dgm:cxn modelId="{9798F311-22C0-49C8-A497-132BE0149D7A}" type="presParOf" srcId="{0BE75351-6949-4E56-BE16-368420BA0EBF}" destId="{FDBE7375-DBD7-4DFD-9D97-C93AA92100DF}" srcOrd="11" destOrd="0" presId="urn:microsoft.com/office/officeart/2008/layout/LinedList"/>
    <dgm:cxn modelId="{E11B2BAB-66CD-4858-B3B6-436F4CBED33D}" type="presParOf" srcId="{FDBE7375-DBD7-4DFD-9D97-C93AA92100DF}" destId="{3E75AAE0-0451-4E24-B452-8AFB83CA4DAC}" srcOrd="0" destOrd="0" presId="urn:microsoft.com/office/officeart/2008/layout/LinedList"/>
    <dgm:cxn modelId="{9C5888BD-24AF-46DD-A04D-228BE5577A4E}" type="presParOf" srcId="{FDBE7375-DBD7-4DFD-9D97-C93AA92100DF}" destId="{E6F098D8-3094-4616-92A5-5F0FBBB8072C}" srcOrd="1" destOrd="0" presId="urn:microsoft.com/office/officeart/2008/layout/LinedList"/>
    <dgm:cxn modelId="{A257F490-F70D-4A8E-A08C-3895D0A284A8}" type="presParOf" srcId="{0BE75351-6949-4E56-BE16-368420BA0EBF}" destId="{F294DA04-A614-45F3-A61E-314B96373F83}" srcOrd="12" destOrd="0" presId="urn:microsoft.com/office/officeart/2008/layout/LinedList"/>
    <dgm:cxn modelId="{C0CBEA1D-7EA9-4EF7-9C98-9827020317AD}" type="presParOf" srcId="{0BE75351-6949-4E56-BE16-368420BA0EBF}" destId="{2C318935-B6B4-45B9-8F24-F05E72D9443C}" srcOrd="13" destOrd="0" presId="urn:microsoft.com/office/officeart/2008/layout/LinedList"/>
    <dgm:cxn modelId="{B898ED5C-DA54-4D9F-9B36-AC4DB203F17B}" type="presParOf" srcId="{2C318935-B6B4-45B9-8F24-F05E72D9443C}" destId="{C7B05BCE-D8AB-45F6-9968-9D6816F93ED0}" srcOrd="0" destOrd="0" presId="urn:microsoft.com/office/officeart/2008/layout/LinedList"/>
    <dgm:cxn modelId="{39F63961-019E-4CD1-9123-820C2202FA99}" type="presParOf" srcId="{2C318935-B6B4-45B9-8F24-F05E72D9443C}" destId="{72BC4EE6-647C-4467-8E6B-074A857FEF5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426789-FDAE-4EE6-AC55-D19BAE052B20}">
      <dsp:nvSpPr>
        <dsp:cNvPr id="0" name=""/>
        <dsp:cNvSpPr/>
      </dsp:nvSpPr>
      <dsp:spPr>
        <a:xfrm>
          <a:off x="1203995" y="250423"/>
          <a:ext cx="768076" cy="7680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EFB2C-1F15-4E37-A4E9-C1C8504EC751}">
      <dsp:nvSpPr>
        <dsp:cNvPr id="0" name=""/>
        <dsp:cNvSpPr/>
      </dsp:nvSpPr>
      <dsp:spPr>
        <a:xfrm>
          <a:off x="734615" y="1279580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Focus: Goalkeeper shot-stopping efficiency</a:t>
          </a:r>
        </a:p>
      </dsp:txBody>
      <dsp:txXfrm>
        <a:off x="734615" y="1279580"/>
        <a:ext cx="1706835" cy="682734"/>
      </dsp:txXfrm>
    </dsp:sp>
    <dsp:sp modelId="{C0A97A4B-8743-465D-98F2-0702B6B52AC9}">
      <dsp:nvSpPr>
        <dsp:cNvPr id="0" name=""/>
        <dsp:cNvSpPr/>
      </dsp:nvSpPr>
      <dsp:spPr>
        <a:xfrm>
          <a:off x="3209528" y="250423"/>
          <a:ext cx="768076" cy="7680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3E4DE-6E4A-431C-805C-48CBF44C0ABD}">
      <dsp:nvSpPr>
        <dsp:cNvPr id="0" name=""/>
        <dsp:cNvSpPr/>
      </dsp:nvSpPr>
      <dsp:spPr>
        <a:xfrm>
          <a:off x="2740148" y="1279580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Comparison: High-workload vs low-workload keepers</a:t>
          </a:r>
        </a:p>
      </dsp:txBody>
      <dsp:txXfrm>
        <a:off x="2740148" y="1279580"/>
        <a:ext cx="1706835" cy="682734"/>
      </dsp:txXfrm>
    </dsp:sp>
    <dsp:sp modelId="{DA2D09B3-FC6F-4C12-A08A-9C4145FB9D93}">
      <dsp:nvSpPr>
        <dsp:cNvPr id="0" name=""/>
        <dsp:cNvSpPr/>
      </dsp:nvSpPr>
      <dsp:spPr>
        <a:xfrm>
          <a:off x="2206761" y="2389023"/>
          <a:ext cx="768076" cy="7680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9A1D76-FF24-4AC1-9D28-836D3646FE7D}">
      <dsp:nvSpPr>
        <dsp:cNvPr id="0" name=""/>
        <dsp:cNvSpPr/>
      </dsp:nvSpPr>
      <dsp:spPr>
        <a:xfrm>
          <a:off x="1737382" y="3418179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Test: Two Sample t-test</a:t>
          </a:r>
        </a:p>
      </dsp:txBody>
      <dsp:txXfrm>
        <a:off x="1737382" y="3418179"/>
        <a:ext cx="1706835" cy="682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18A255-76D9-4905-BC64-E9FEA8ABCFBD}">
      <dsp:nvSpPr>
        <dsp:cNvPr id="0" name=""/>
        <dsp:cNvSpPr/>
      </dsp:nvSpPr>
      <dsp:spPr>
        <a:xfrm>
          <a:off x="0" y="383954"/>
          <a:ext cx="5096934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 Wrangling</a:t>
          </a:r>
        </a:p>
      </dsp:txBody>
      <dsp:txXfrm>
        <a:off x="25188" y="409142"/>
        <a:ext cx="5046558" cy="465594"/>
      </dsp:txXfrm>
    </dsp:sp>
    <dsp:sp modelId="{E6E5848A-9386-4F38-AB0E-4E8928EFB650}">
      <dsp:nvSpPr>
        <dsp:cNvPr id="0" name=""/>
        <dsp:cNvSpPr/>
      </dsp:nvSpPr>
      <dsp:spPr>
        <a:xfrm>
          <a:off x="0" y="960404"/>
          <a:ext cx="5096934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 Preparation</a:t>
          </a:r>
        </a:p>
      </dsp:txBody>
      <dsp:txXfrm>
        <a:off x="25188" y="985592"/>
        <a:ext cx="5046558" cy="465594"/>
      </dsp:txXfrm>
    </dsp:sp>
    <dsp:sp modelId="{94B29257-6BCA-49CF-AF63-D7FF71548D55}">
      <dsp:nvSpPr>
        <dsp:cNvPr id="0" name=""/>
        <dsp:cNvSpPr/>
      </dsp:nvSpPr>
      <dsp:spPr>
        <a:xfrm>
          <a:off x="0" y="1536854"/>
          <a:ext cx="5096934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 Sampling</a:t>
          </a:r>
        </a:p>
      </dsp:txBody>
      <dsp:txXfrm>
        <a:off x="25188" y="1562042"/>
        <a:ext cx="5046558" cy="465594"/>
      </dsp:txXfrm>
    </dsp:sp>
    <dsp:sp modelId="{23AAB628-8F0A-485E-8C61-72BE23AE9CE5}">
      <dsp:nvSpPr>
        <dsp:cNvPr id="0" name=""/>
        <dsp:cNvSpPr/>
      </dsp:nvSpPr>
      <dsp:spPr>
        <a:xfrm>
          <a:off x="0" y="2113304"/>
          <a:ext cx="5096934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Descriptive Statistics</a:t>
          </a:r>
        </a:p>
      </dsp:txBody>
      <dsp:txXfrm>
        <a:off x="25188" y="2138492"/>
        <a:ext cx="5046558" cy="465594"/>
      </dsp:txXfrm>
    </dsp:sp>
    <dsp:sp modelId="{1A7F3C3F-0B2C-438B-B85B-277299D59902}">
      <dsp:nvSpPr>
        <dsp:cNvPr id="0" name=""/>
        <dsp:cNvSpPr/>
      </dsp:nvSpPr>
      <dsp:spPr>
        <a:xfrm>
          <a:off x="0" y="2689755"/>
          <a:ext cx="5096934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Inferential Statistics(Confidence- Interval)</a:t>
          </a:r>
        </a:p>
      </dsp:txBody>
      <dsp:txXfrm>
        <a:off x="25188" y="2714943"/>
        <a:ext cx="5046558" cy="465594"/>
      </dsp:txXfrm>
    </dsp:sp>
    <dsp:sp modelId="{B3C08D0A-1E7C-486C-8710-B0E556DD3019}">
      <dsp:nvSpPr>
        <dsp:cNvPr id="0" name=""/>
        <dsp:cNvSpPr/>
      </dsp:nvSpPr>
      <dsp:spPr>
        <a:xfrm>
          <a:off x="0" y="3266205"/>
          <a:ext cx="5096934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Inferential Statistics(Two Sample t-test)</a:t>
          </a:r>
        </a:p>
      </dsp:txBody>
      <dsp:txXfrm>
        <a:off x="25188" y="3291393"/>
        <a:ext cx="5046558" cy="4655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2B5D81-2495-4615-B6E5-62CFCB662DAB}">
      <dsp:nvSpPr>
        <dsp:cNvPr id="0" name=""/>
        <dsp:cNvSpPr/>
      </dsp:nvSpPr>
      <dsp:spPr>
        <a:xfrm>
          <a:off x="1498514" y="890081"/>
          <a:ext cx="312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297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46413" y="934082"/>
        <a:ext cx="17178" cy="3439"/>
      </dsp:txXfrm>
    </dsp:sp>
    <dsp:sp modelId="{22FF0163-71DD-4559-ABA7-655F97602786}">
      <dsp:nvSpPr>
        <dsp:cNvPr id="0" name=""/>
        <dsp:cNvSpPr/>
      </dsp:nvSpPr>
      <dsp:spPr>
        <a:xfrm>
          <a:off x="6498" y="487656"/>
          <a:ext cx="1493815" cy="896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198" tIns="76834" rIns="73198" bIns="768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Loading: Read the raw CSV using pandas.</a:t>
          </a:r>
        </a:p>
      </dsp:txBody>
      <dsp:txXfrm>
        <a:off x="6498" y="487656"/>
        <a:ext cx="1493815" cy="896289"/>
      </dsp:txXfrm>
    </dsp:sp>
    <dsp:sp modelId="{2A7B5C16-20F7-43B9-B0D9-AE21745E7988}">
      <dsp:nvSpPr>
        <dsp:cNvPr id="0" name=""/>
        <dsp:cNvSpPr/>
      </dsp:nvSpPr>
      <dsp:spPr>
        <a:xfrm>
          <a:off x="3335907" y="890081"/>
          <a:ext cx="312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297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83807" y="934082"/>
        <a:ext cx="17178" cy="3439"/>
      </dsp:txXfrm>
    </dsp:sp>
    <dsp:sp modelId="{6B32C1BC-33EE-4417-8F0A-F3993A495856}">
      <dsp:nvSpPr>
        <dsp:cNvPr id="0" name=""/>
        <dsp:cNvSpPr/>
      </dsp:nvSpPr>
      <dsp:spPr>
        <a:xfrm>
          <a:off x="1843892" y="487656"/>
          <a:ext cx="1493815" cy="896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198" tIns="76834" rIns="73198" bIns="768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Inspecting: Checked shape, columns, information and missing values.</a:t>
          </a:r>
        </a:p>
      </dsp:txBody>
      <dsp:txXfrm>
        <a:off x="1843892" y="487656"/>
        <a:ext cx="1493815" cy="896289"/>
      </dsp:txXfrm>
    </dsp:sp>
    <dsp:sp modelId="{1D291DDF-B4F3-4845-860D-E04D89F2519D}">
      <dsp:nvSpPr>
        <dsp:cNvPr id="0" name=""/>
        <dsp:cNvSpPr/>
      </dsp:nvSpPr>
      <dsp:spPr>
        <a:xfrm>
          <a:off x="753406" y="1382146"/>
          <a:ext cx="3674787" cy="312977"/>
        </a:xfrm>
        <a:custGeom>
          <a:avLst/>
          <a:gdLst/>
          <a:ahLst/>
          <a:cxnLst/>
          <a:rect l="0" t="0" r="0" b="0"/>
          <a:pathLst>
            <a:path>
              <a:moveTo>
                <a:pt x="3674787" y="0"/>
              </a:moveTo>
              <a:lnTo>
                <a:pt x="3674787" y="173588"/>
              </a:lnTo>
              <a:lnTo>
                <a:pt x="0" y="173588"/>
              </a:lnTo>
              <a:lnTo>
                <a:pt x="0" y="31297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98529" y="1536915"/>
        <a:ext cx="184540" cy="3439"/>
      </dsp:txXfrm>
    </dsp:sp>
    <dsp:sp modelId="{7561AB7A-965E-4E9E-8176-B96150C61C89}">
      <dsp:nvSpPr>
        <dsp:cNvPr id="0" name=""/>
        <dsp:cNvSpPr/>
      </dsp:nvSpPr>
      <dsp:spPr>
        <a:xfrm>
          <a:off x="3681285" y="487656"/>
          <a:ext cx="1493815" cy="896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198" tIns="76834" rIns="73198" bIns="768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Selecting: Retained Player, POS, Squad, Starts, Min, 90s, SoTA, Saves and Save%.</a:t>
          </a:r>
        </a:p>
      </dsp:txBody>
      <dsp:txXfrm>
        <a:off x="3681285" y="487656"/>
        <a:ext cx="1493815" cy="896289"/>
      </dsp:txXfrm>
    </dsp:sp>
    <dsp:sp modelId="{CBA6015C-BD68-420B-BCAE-A9F9988F4462}">
      <dsp:nvSpPr>
        <dsp:cNvPr id="0" name=""/>
        <dsp:cNvSpPr/>
      </dsp:nvSpPr>
      <dsp:spPr>
        <a:xfrm>
          <a:off x="1498514" y="2129948"/>
          <a:ext cx="312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297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46413" y="2173949"/>
        <a:ext cx="17178" cy="3439"/>
      </dsp:txXfrm>
    </dsp:sp>
    <dsp:sp modelId="{3C0FB891-64F5-43BA-B732-832693882418}">
      <dsp:nvSpPr>
        <dsp:cNvPr id="0" name=""/>
        <dsp:cNvSpPr/>
      </dsp:nvSpPr>
      <dsp:spPr>
        <a:xfrm>
          <a:off x="6498" y="1727524"/>
          <a:ext cx="1493815" cy="896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198" tIns="76834" rIns="73198" bIns="768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Filtering: Removed goalkeepers with “Starts=0”.</a:t>
          </a:r>
        </a:p>
      </dsp:txBody>
      <dsp:txXfrm>
        <a:off x="6498" y="1727524"/>
        <a:ext cx="1493815" cy="896289"/>
      </dsp:txXfrm>
    </dsp:sp>
    <dsp:sp modelId="{C9370D0A-FEF8-43D4-A6AD-C85EC10C4BFD}">
      <dsp:nvSpPr>
        <dsp:cNvPr id="0" name=""/>
        <dsp:cNvSpPr/>
      </dsp:nvSpPr>
      <dsp:spPr>
        <a:xfrm>
          <a:off x="3335907" y="2129948"/>
          <a:ext cx="312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297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83807" y="2173949"/>
        <a:ext cx="17178" cy="3439"/>
      </dsp:txXfrm>
    </dsp:sp>
    <dsp:sp modelId="{8C54D97A-409F-4635-BFB3-FFA11FEF0D0C}">
      <dsp:nvSpPr>
        <dsp:cNvPr id="0" name=""/>
        <dsp:cNvSpPr/>
      </dsp:nvSpPr>
      <dsp:spPr>
        <a:xfrm>
          <a:off x="1843892" y="1727524"/>
          <a:ext cx="1493815" cy="896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198" tIns="76834" rIns="73198" bIns="768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Sorting: Squad-&gt;Starts-&gt;Min, descending for Starts and Min.</a:t>
          </a:r>
        </a:p>
      </dsp:txBody>
      <dsp:txXfrm>
        <a:off x="1843892" y="1727524"/>
        <a:ext cx="1493815" cy="896289"/>
      </dsp:txXfrm>
    </dsp:sp>
    <dsp:sp modelId="{351AA29A-2CCC-44FA-B06F-582354F1BCF8}">
      <dsp:nvSpPr>
        <dsp:cNvPr id="0" name=""/>
        <dsp:cNvSpPr/>
      </dsp:nvSpPr>
      <dsp:spPr>
        <a:xfrm>
          <a:off x="753406" y="2622013"/>
          <a:ext cx="3674787" cy="312977"/>
        </a:xfrm>
        <a:custGeom>
          <a:avLst/>
          <a:gdLst/>
          <a:ahLst/>
          <a:cxnLst/>
          <a:rect l="0" t="0" r="0" b="0"/>
          <a:pathLst>
            <a:path>
              <a:moveTo>
                <a:pt x="3674787" y="0"/>
              </a:moveTo>
              <a:lnTo>
                <a:pt x="3674787" y="173588"/>
              </a:lnTo>
              <a:lnTo>
                <a:pt x="0" y="173588"/>
              </a:lnTo>
              <a:lnTo>
                <a:pt x="0" y="31297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98529" y="2776783"/>
        <a:ext cx="184540" cy="3439"/>
      </dsp:txXfrm>
    </dsp:sp>
    <dsp:sp modelId="{E0B7D88B-D465-4F2F-A2B5-6DF59352B79C}">
      <dsp:nvSpPr>
        <dsp:cNvPr id="0" name=""/>
        <dsp:cNvSpPr/>
      </dsp:nvSpPr>
      <dsp:spPr>
        <a:xfrm>
          <a:off x="3681285" y="1727524"/>
          <a:ext cx="1493815" cy="896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198" tIns="76834" rIns="73198" bIns="768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Grouping: “groupby(Squad).head(1)” selected the most- used goalkeeper per squad.</a:t>
          </a:r>
        </a:p>
      </dsp:txBody>
      <dsp:txXfrm>
        <a:off x="3681285" y="1727524"/>
        <a:ext cx="1493815" cy="896289"/>
      </dsp:txXfrm>
    </dsp:sp>
    <dsp:sp modelId="{85EA8F55-A118-4D0A-B06B-FBB89B0469BF}">
      <dsp:nvSpPr>
        <dsp:cNvPr id="0" name=""/>
        <dsp:cNvSpPr/>
      </dsp:nvSpPr>
      <dsp:spPr>
        <a:xfrm>
          <a:off x="6498" y="2967391"/>
          <a:ext cx="1493815" cy="896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198" tIns="76834" rIns="73198" bIns="768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Result: 48 primary goalkeepers from 48 squads.</a:t>
          </a:r>
        </a:p>
      </dsp:txBody>
      <dsp:txXfrm>
        <a:off x="6498" y="2967391"/>
        <a:ext cx="1493815" cy="8962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BB40C0-CF06-40F9-8AC5-A68EA62D913F}">
      <dsp:nvSpPr>
        <dsp:cNvPr id="0" name=""/>
        <dsp:cNvSpPr/>
      </dsp:nvSpPr>
      <dsp:spPr>
        <a:xfrm>
          <a:off x="12192" y="575408"/>
          <a:ext cx="3121260" cy="18727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Below- Median Group: </a:t>
          </a:r>
          <a:r>
            <a:rPr lang="en-US" sz="2400" kern="1200" dirty="0" err="1"/>
            <a:t>SoTA</a:t>
          </a:r>
          <a:r>
            <a:rPr lang="en-US" sz="2400" kern="1200" dirty="0"/>
            <a:t>/90 &lt; 4.0</a:t>
          </a:r>
        </a:p>
      </dsp:txBody>
      <dsp:txXfrm>
        <a:off x="12192" y="575408"/>
        <a:ext cx="3121260" cy="1872756"/>
      </dsp:txXfrm>
    </dsp:sp>
    <dsp:sp modelId="{8D4FC4AE-493C-4F19-8B20-C163888750E1}">
      <dsp:nvSpPr>
        <dsp:cNvPr id="0" name=""/>
        <dsp:cNvSpPr/>
      </dsp:nvSpPr>
      <dsp:spPr>
        <a:xfrm>
          <a:off x="3377224" y="586794"/>
          <a:ext cx="3121260" cy="18727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Above- Median Group: SoTA/90 &gt; 4.0</a:t>
          </a:r>
        </a:p>
      </dsp:txBody>
      <dsp:txXfrm>
        <a:off x="3377224" y="586794"/>
        <a:ext cx="3121260" cy="1872756"/>
      </dsp:txXfrm>
    </dsp:sp>
    <dsp:sp modelId="{39C1861A-9837-4F1C-A6EB-39298B2CBF7E}">
      <dsp:nvSpPr>
        <dsp:cNvPr id="0" name=""/>
        <dsp:cNvSpPr/>
      </dsp:nvSpPr>
      <dsp:spPr>
        <a:xfrm>
          <a:off x="12192" y="2811229"/>
          <a:ext cx="3121260" cy="18727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Three observations with </a:t>
          </a:r>
          <a:r>
            <a:rPr lang="en-US" sz="2400" kern="1200" dirty="0" err="1"/>
            <a:t>SoTA</a:t>
          </a:r>
          <a:r>
            <a:rPr lang="en-US" sz="2400" kern="1200" dirty="0"/>
            <a:t>/90 exactly equal to 4.0 were excluded by the &gt;/&lt; conditions.</a:t>
          </a:r>
        </a:p>
      </dsp:txBody>
      <dsp:txXfrm>
        <a:off x="12192" y="2811229"/>
        <a:ext cx="3121260" cy="1872756"/>
      </dsp:txXfrm>
    </dsp:sp>
    <dsp:sp modelId="{ED8E280F-E412-4FB7-A824-C1C1D68CC696}">
      <dsp:nvSpPr>
        <dsp:cNvPr id="0" name=""/>
        <dsp:cNvSpPr/>
      </dsp:nvSpPr>
      <dsp:spPr>
        <a:xfrm>
          <a:off x="3434187" y="2811229"/>
          <a:ext cx="3121260" cy="18727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Final Comparison Sample: 45 Goalkeepers</a:t>
          </a:r>
        </a:p>
      </dsp:txBody>
      <dsp:txXfrm>
        <a:off x="3434187" y="2811229"/>
        <a:ext cx="3121260" cy="18727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1F8C27-9391-49E1-8742-5BB75A02847E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D61CE5-4861-4A1E-80C3-2560976283ED}">
      <dsp:nvSpPr>
        <dsp:cNvPr id="0" name=""/>
        <dsp:cNvSpPr/>
      </dsp:nvSpPr>
      <dsp:spPr>
        <a:xfrm>
          <a:off x="0" y="675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Difference in mean Save%(above – below) = -4.58 percentage points</a:t>
          </a:r>
        </a:p>
      </dsp:txBody>
      <dsp:txXfrm>
        <a:off x="0" y="675"/>
        <a:ext cx="6291714" cy="789912"/>
      </dsp:txXfrm>
    </dsp:sp>
    <dsp:sp modelId="{196A8614-4A83-4613-9B9B-B3003671C27B}">
      <dsp:nvSpPr>
        <dsp:cNvPr id="0" name=""/>
        <dsp:cNvSpPr/>
      </dsp:nvSpPr>
      <dsp:spPr>
        <a:xfrm>
          <a:off x="0" y="790587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ECBEA-BB4C-4F8E-8B17-BFC6EFB73B29}">
      <dsp:nvSpPr>
        <dsp:cNvPr id="0" name=""/>
        <dsp:cNvSpPr/>
      </dsp:nvSpPr>
      <dsp:spPr>
        <a:xfrm>
          <a:off x="0" y="790587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95% Confidence Interval for the difference: (-12.79, 3.64)</a:t>
          </a:r>
        </a:p>
      </dsp:txBody>
      <dsp:txXfrm>
        <a:off x="0" y="790587"/>
        <a:ext cx="6291714" cy="789912"/>
      </dsp:txXfrm>
    </dsp:sp>
    <dsp:sp modelId="{FED1E458-C710-4416-B12D-0BC87DF448A1}">
      <dsp:nvSpPr>
        <dsp:cNvPr id="0" name=""/>
        <dsp:cNvSpPr/>
      </dsp:nvSpPr>
      <dsp:spPr>
        <a:xfrm>
          <a:off x="0" y="1580499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E31A8-E734-4B64-8FE3-50396BA194AA}">
      <dsp:nvSpPr>
        <dsp:cNvPr id="0" name=""/>
        <dsp:cNvSpPr/>
      </dsp:nvSpPr>
      <dsp:spPr>
        <a:xfrm>
          <a:off x="0" y="1580499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1"/>
              </a:solidFill>
            </a:rPr>
            <a:t>a</a:t>
          </a:r>
        </a:p>
      </dsp:txBody>
      <dsp:txXfrm>
        <a:off x="0" y="1580499"/>
        <a:ext cx="6291714" cy="789912"/>
      </dsp:txXfrm>
    </dsp:sp>
    <dsp:sp modelId="{37E7D2D5-4E6F-4C68-BB0E-246457455C73}">
      <dsp:nvSpPr>
        <dsp:cNvPr id="0" name=""/>
        <dsp:cNvSpPr/>
      </dsp:nvSpPr>
      <dsp:spPr>
        <a:xfrm>
          <a:off x="0" y="2370411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7FA30A-5D22-4E00-A755-0CECFB78D819}">
      <dsp:nvSpPr>
        <dsp:cNvPr id="0" name=""/>
        <dsp:cNvSpPr/>
      </dsp:nvSpPr>
      <dsp:spPr>
        <a:xfrm>
          <a:off x="0" y="2370411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This interval contains 0.</a:t>
          </a:r>
        </a:p>
      </dsp:txBody>
      <dsp:txXfrm>
        <a:off x="0" y="2370411"/>
        <a:ext cx="6291714" cy="789912"/>
      </dsp:txXfrm>
    </dsp:sp>
    <dsp:sp modelId="{34071BC4-EF62-4589-BE82-EDE00046D541}">
      <dsp:nvSpPr>
        <dsp:cNvPr id="0" name=""/>
        <dsp:cNvSpPr/>
      </dsp:nvSpPr>
      <dsp:spPr>
        <a:xfrm>
          <a:off x="0" y="3160323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FD331C-932E-4142-8424-989D7E2FA2F6}">
      <dsp:nvSpPr>
        <dsp:cNvPr id="0" name=""/>
        <dsp:cNvSpPr/>
      </dsp:nvSpPr>
      <dsp:spPr>
        <a:xfrm>
          <a:off x="0" y="3160323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 zero difference is therefore plausible based on this interval.</a:t>
          </a:r>
        </a:p>
      </dsp:txBody>
      <dsp:txXfrm>
        <a:off x="0" y="3160323"/>
        <a:ext cx="6291714" cy="789912"/>
      </dsp:txXfrm>
    </dsp:sp>
    <dsp:sp modelId="{4D372261-1DD5-4AE2-AA69-A3FEDC4E3AE6}">
      <dsp:nvSpPr>
        <dsp:cNvPr id="0" name=""/>
        <dsp:cNvSpPr/>
      </dsp:nvSpPr>
      <dsp:spPr>
        <a:xfrm>
          <a:off x="0" y="395023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75AAE0-0451-4E24-B452-8AFB83CA4DAC}">
      <dsp:nvSpPr>
        <dsp:cNvPr id="0" name=""/>
        <dsp:cNvSpPr/>
      </dsp:nvSpPr>
      <dsp:spPr>
        <a:xfrm>
          <a:off x="0" y="3950235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confidence interval is consistent with the later t- test result.</a:t>
          </a:r>
        </a:p>
      </dsp:txBody>
      <dsp:txXfrm>
        <a:off x="0" y="3950235"/>
        <a:ext cx="6291714" cy="789912"/>
      </dsp:txXfrm>
    </dsp:sp>
    <dsp:sp modelId="{F294DA04-A614-45F3-A61E-314B96373F83}">
      <dsp:nvSpPr>
        <dsp:cNvPr id="0" name=""/>
        <dsp:cNvSpPr/>
      </dsp:nvSpPr>
      <dsp:spPr>
        <a:xfrm>
          <a:off x="0" y="4740147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05BCE-D8AB-45F6-9968-9D6816F93ED0}">
      <dsp:nvSpPr>
        <dsp:cNvPr id="0" name=""/>
        <dsp:cNvSpPr/>
      </dsp:nvSpPr>
      <dsp:spPr>
        <a:xfrm>
          <a:off x="0" y="4740147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analysis used Welch’s approach for the difference in means.</a:t>
          </a:r>
        </a:p>
      </dsp:txBody>
      <dsp:txXfrm>
        <a:off x="0" y="4740147"/>
        <a:ext cx="6291714" cy="7899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8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39C1EA-E0DC-40EE-BBC0-03549EBEE4B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2AEE8-7D58-4866-A1D9-D7EC8CEB2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11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77C7B-81B7-756B-3EB6-4BB769D5B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38404-6FB1-243C-F03A-49F2A00F4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3E10-C7E1-C6CA-D5BA-6E3D72B5B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13BB8-7436-4A6A-8785-B3C2F07091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02BC6-AD56-A30D-9E52-604755A5C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6824F-0383-B820-B9F7-F32A3FA1C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4B68-6FC5-4908-9579-7ED53716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2BAD6-6EF0-A6C6-D9A4-11D5CA06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1FF35-5FEF-D5CD-7151-095E0EDE1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DA5CE-CCBC-D2E3-E8B9-E14CEC3A7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13BB8-7436-4A6A-8785-B3C2F07091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AE5E7-FECE-942C-3403-6D8EC8217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20FC4-7EEE-2258-22EB-D6D8FFD3B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4B68-6FC5-4908-9579-7ED53716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DA482-372B-61B3-B75E-1E65093BB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21BFF-C160-F24B-A328-E174B0645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7BD7C-0E69-4EC9-C560-727EF4447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13BB8-7436-4A6A-8785-B3C2F07091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5512B-B8D2-973B-B623-CD2F743A4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EA456-3924-A353-9316-F9407A54A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4B68-6FC5-4908-9579-7ED53716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05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86000-7A7B-3DDB-7E4F-17ACF7F90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05E09-3FB3-99EE-C551-DEE3D0DB60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6DA41-E906-1643-4F6C-3D0C3AB09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A7B09-6C69-9E0B-E8EB-48038A750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13BB8-7436-4A6A-8785-B3C2F07091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79E19-2D12-1356-CCEA-E22D4235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4F265-C91A-4624-58A5-B04D61AC0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4B68-6FC5-4908-9579-7ED53716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5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2E2B-739F-6F06-6264-0F2875B0F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14515-0957-7425-7610-954F6F2C7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6BAB8-01B2-3671-48C8-B728558C7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2219EC-AF1C-BE1F-76C1-D7FD995FFA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21107D-E82B-8276-BB6F-34B39CBA57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65039-2FAC-8AA8-E913-FDCA590D9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13BB8-7436-4A6A-8785-B3C2F07091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280D16-E7AB-D2BF-08E0-74D5CB9C9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89481E-C3FE-203C-275D-995F6628E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4B68-6FC5-4908-9579-7ED53716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6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80515-5F98-C2BD-2673-ED083B718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B5F41A-ED55-4DD5-7E28-520D72D5A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13BB8-7436-4A6A-8785-B3C2F07091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555ED-D6F5-EFF9-488B-B42207397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DC65B-DA9B-D9A2-7ADD-30430DEE9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4B68-6FC5-4908-9579-7ED53716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65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DD2E4F-0CE7-B1C5-8F7F-6669BDAAA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13BB8-7436-4A6A-8785-B3C2F07091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B6E16-9102-F78E-C075-A7F4D3581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96682-A45F-2F0C-06E2-45B3A525A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4B68-6FC5-4908-9579-7ED53716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65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2FF3-62ED-ACD2-E3B2-89CC9EFA1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A6184-91E4-08B8-5C47-50CEF3EC1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1BE19-A802-2FCA-EEAC-BF184D415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F284F-A236-203D-2603-ABAEC8F30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13BB8-7436-4A6A-8785-B3C2F07091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91791-F4E2-32C8-CF8A-A4616002D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72B0E-A85E-5252-35B3-45466AE6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4B68-6FC5-4908-9579-7ED53716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90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7895D-CC8C-96B2-5232-D5A381C25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57940E-CCD1-70DF-764A-B232ED29CB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88B84-213C-A8A6-F1CF-6A2BA685A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C0F08-0884-C7E2-EB40-F2C8173C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13BB8-7436-4A6A-8785-B3C2F07091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5C774-C64D-23BD-681C-847CD72F9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60579-DDD8-651B-219A-19D015A2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4B68-6FC5-4908-9579-7ED53716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52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3BC4C-4057-8260-F8E4-DF63DF906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4B9E0-E138-2260-83B4-69F6C89A2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F0F70-AD43-4E6A-2837-561857E39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13BB8-7436-4A6A-8785-B3C2F07091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D959A-267B-1148-E815-BBF132778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3640D-476F-CF16-3EFA-E66624680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4B68-6FC5-4908-9579-7ED53716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7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2E2920-D3E7-86E0-8E7B-81D5C1E6D3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943378-A4DB-B3F5-5717-BBE22ED18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4B109-3485-6B2B-81FE-8A139D9A1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13BB8-7436-4A6A-8785-B3C2F07091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20CE2-3C57-236B-3DC5-95F42878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30265-6688-372B-C4E0-B31CD840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4B68-6FC5-4908-9579-7ED53716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01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444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732442-39C1-04BE-E344-BE9C14EE3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25516-EADE-67E4-D040-CB354997D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263E7-CD61-137D-E6BD-6FB7F794A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13BB8-7436-4A6A-8785-B3C2F07091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D22E6-41F1-7685-4902-073C1856A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AFAF7-3B37-3905-2C0D-D977E0328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EE4B68-6FC5-4908-9579-7ED53716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20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" TargetMode="External"/><Relationship Id="rId2" Type="http://schemas.openxmlformats.org/officeDocument/2006/relationships/hyperlink" Target="https://fbref.com/en/comps/1/keepers/World-Cup-Stat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38/s41592-019-0686-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64A100-C4F9-49A0-8E2F-0B22650E6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400" kern="1200">
                <a:latin typeface="+mj-lt"/>
                <a:ea typeface="+mj-ea"/>
                <a:cs typeface="+mj-cs"/>
              </a:rPr>
              <a:t>Assessment 2: </a:t>
            </a:r>
            <a:r>
              <a:rPr lang="en-US" sz="4400"/>
              <a:t>An analytic task on FIFA World Cup 2026 Goalkeeper Data</a:t>
            </a:r>
            <a:br>
              <a:rPr lang="en-US" sz="4400"/>
            </a:br>
            <a:endParaRPr lang="en-US" sz="4400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1C417-C31D-87C9-16E0-E9EFCDF3B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 b="1" dirty="0"/>
              <a:t>Student Details:</a:t>
            </a:r>
          </a:p>
          <a:p>
            <a:pPr algn="l"/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Name: Abichal Paudel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Id: s404281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Campus: Darwin</a:t>
            </a:r>
          </a:p>
        </p:txBody>
      </p:sp>
      <p:pic>
        <p:nvPicPr>
          <p:cNvPr id="36" name="Graphic 35" descr="Soccer">
            <a:extLst>
              <a:ext uri="{FF2B5EF4-FFF2-40B4-BE49-F238E27FC236}">
                <a16:creationId xmlns:a16="http://schemas.microsoft.com/office/drawing/2014/main" id="{F90B7D69-95CC-3CDE-D7E2-8C0720AE9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38" name="Graphic 37" descr="Soccer">
            <a:extLst>
              <a:ext uri="{FF2B5EF4-FFF2-40B4-BE49-F238E27FC236}">
                <a16:creationId xmlns:a16="http://schemas.microsoft.com/office/drawing/2014/main" id="{3D47EDE3-6F01-4BA0-8A02-987C94559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739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A70E-ED6A-21A6-9FF1-DDB86C35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 Question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AF0179-66E4-E3EC-DAF4-340811AD0E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Do goalkeepers facing above-median shots on target per 90 minutes have a significantly different average save percentage from goalkeepers facing below-median shots on target per 90 minutes during the FIFA World Cup 2026?</a:t>
            </a:r>
          </a:p>
          <a:p>
            <a:endParaRPr lang="en-US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10968D75-A7FA-B61C-5687-2964979B26A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304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BFA48-694A-F881-D006-71D7A92C0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Methodology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39C5AA8-D2AA-63A0-3A73-9090F426C0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56866" y="2010833"/>
            <a:ext cx="5096933" cy="4166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Tools &amp; Data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import pandas as pd</a:t>
            </a:r>
          </a:p>
          <a:p>
            <a:pPr marL="0" indent="0">
              <a:buNone/>
            </a:pPr>
            <a:r>
              <a:rPr lang="en-US" sz="2000"/>
              <a:t>import numpy as np</a:t>
            </a:r>
          </a:p>
          <a:p>
            <a:pPr marL="0" indent="0">
              <a:buNone/>
            </a:pPr>
            <a:r>
              <a:rPr lang="en-US" sz="2000"/>
              <a:t>from scipy import stats</a:t>
            </a:r>
          </a:p>
          <a:p>
            <a:pPr marL="0" indent="0">
              <a:buNone/>
            </a:pPr>
            <a:r>
              <a:rPr lang="en-US" sz="2000"/>
              <a:t>import matplotlib.pyplot as plt</a:t>
            </a:r>
          </a:p>
          <a:p>
            <a:endParaRPr lang="en-US" sz="2000"/>
          </a:p>
        </p:txBody>
      </p:sp>
      <p:graphicFrame>
        <p:nvGraphicFramePr>
          <p:cNvPr id="19" name="Subtitle 2">
            <a:extLst>
              <a:ext uri="{FF2B5EF4-FFF2-40B4-BE49-F238E27FC236}">
                <a16:creationId xmlns:a16="http://schemas.microsoft.com/office/drawing/2014/main" id="{9ED42AE3-D9CB-54CB-A755-EC4224540BB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8200" y="2010833"/>
          <a:ext cx="5096934" cy="4166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6958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91344-4277-C631-4BA4-32E284569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3101"/>
          </a:xfrm>
        </p:spPr>
        <p:txBody>
          <a:bodyPr/>
          <a:lstStyle/>
          <a:p>
            <a:r>
              <a:rPr lang="en-US" dirty="0"/>
              <a:t>Data Wrangling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B033617-7BFC-791E-93CD-BE12CBCCCF6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2441855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97161C3-19C7-066E-8FDC-AD241D56D4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172202" y="1690688"/>
            <a:ext cx="5476461" cy="41908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9CDE83-32F5-89AA-BEC2-5CBA48F02B01}"/>
              </a:ext>
            </a:extLst>
          </p:cNvPr>
          <p:cNvSpPr txBox="1"/>
          <p:nvPr/>
        </p:nvSpPr>
        <p:spPr>
          <a:xfrm>
            <a:off x="838200" y="1825625"/>
            <a:ext cx="853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Steps:</a:t>
            </a:r>
          </a:p>
        </p:txBody>
      </p:sp>
    </p:spTree>
    <p:extLst>
      <p:ext uri="{BB962C8B-B14F-4D97-AF65-F5344CB8AC3E}">
        <p14:creationId xmlns:p14="http://schemas.microsoft.com/office/powerpoint/2010/main" val="2940924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0"/>
          </a:xfrm>
          <a:prstGeom prst="line">
            <a:avLst/>
          </a:prstGeom>
          <a:noFill/>
          <a:ln w="12700">
            <a:solidFill>
              <a:srgbClr val="DDE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Workload Variable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621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7EC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SoTA_per90 = SoTA / 90s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591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C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Standardises shots on target faced across different playing times.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Variables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74136"/>
            <a:ext cx="128016" cy="128016"/>
          </a:xfrm>
          <a:prstGeom prst="rect">
            <a:avLst/>
          </a:prstGeom>
          <a:solidFill>
            <a:srgbClr val="6FA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32461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goalkeeper identifier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13048"/>
            <a:ext cx="128016" cy="128016"/>
          </a:xfrm>
          <a:prstGeom prst="rect">
            <a:avLst/>
          </a:prstGeom>
          <a:solidFill>
            <a:srgbClr val="6FA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36850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team identifier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28016" cy="128016"/>
          </a:xfrm>
          <a:prstGeom prst="rect">
            <a:avLst/>
          </a:prstGeom>
          <a:solidFill>
            <a:srgbClr val="6FA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14400" y="41239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SoTA_per90</a:t>
            </a: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workload measure (shots faced per 90 min)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90872"/>
            <a:ext cx="128016" cy="128016"/>
          </a:xfrm>
          <a:prstGeom prst="rect">
            <a:avLst/>
          </a:prstGeom>
          <a:solidFill>
            <a:srgbClr val="6FA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4400" y="45628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Save%</a:t>
            </a: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performance measure (shot-stopping efficiency)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25780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EE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68680" y="53492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5349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 ×  4 variables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141732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EE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35508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20848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primary goalkeeper who started at least one match at the World Cup 2026; one per participating squad.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35040" y="3813048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7F2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35508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418795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this population is already small (48 squads), the full population is used as the sample; a census rather than a random subset.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4DE76F-1F29-2739-19DC-55520CF669F3}"/>
              </a:ext>
            </a:extLst>
          </p:cNvPr>
          <p:cNvSpPr txBox="1"/>
          <p:nvPr/>
        </p:nvSpPr>
        <p:spPr>
          <a:xfrm>
            <a:off x="8391796" y="3244300"/>
            <a:ext cx="9688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1" dirty="0"/>
              <a:t>vs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B5707-A574-E6E9-3EED-168D700EF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3" y="2166257"/>
            <a:ext cx="3377618" cy="2348266"/>
          </a:xfrm>
          <a:solidFill>
            <a:schemeClr val="tx2">
              <a:lumMod val="75000"/>
              <a:lumOff val="2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latin typeface="+mj-lt"/>
                <a:ea typeface="+mj-ea"/>
                <a:cs typeface="+mj-cs"/>
              </a:rPr>
              <a:t>Data Sampling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A957366-D4E6-E1A4-9857-2E69EAD4C7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9957140"/>
              </p:ext>
            </p:extLst>
          </p:nvPr>
        </p:nvGraphicFramePr>
        <p:xfrm>
          <a:off x="4800600" y="620392"/>
          <a:ext cx="6556248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5638E4-AF83-ADB1-0273-585CADB5C65A}"/>
              </a:ext>
            </a:extLst>
          </p:cNvPr>
          <p:cNvSpPr txBox="1"/>
          <p:nvPr/>
        </p:nvSpPr>
        <p:spPr>
          <a:xfrm>
            <a:off x="2122715" y="5515220"/>
            <a:ext cx="101890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median split creates two evenly- sized, non- arbitrary groups for comparison; a standard technique when no natural workload threshold exists in the data.</a:t>
            </a:r>
          </a:p>
          <a:p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D6BD3E8-129D-28C4-BEB9-10F008ABA740}"/>
              </a:ext>
            </a:extLst>
          </p:cNvPr>
          <p:cNvSpPr/>
          <p:nvPr/>
        </p:nvSpPr>
        <p:spPr>
          <a:xfrm>
            <a:off x="7926324" y="4158343"/>
            <a:ext cx="30479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99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5007-C6CA-EEFE-C131-3E3563EEA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1352212" cy="884148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Descriptive Statistics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C3A05CD-E635-2A23-13AE-342E3C45BD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836926" y="2049461"/>
            <a:ext cx="4891248" cy="390163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D16ED-F5F3-EE5D-F3CB-CC8681DFC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5500" dirty="0"/>
              <a:t>                         </a:t>
            </a:r>
          </a:p>
          <a:p>
            <a:pPr marL="0" indent="0">
              <a:buNone/>
            </a:pPr>
            <a:endParaRPr lang="en-US" sz="5500" dirty="0"/>
          </a:p>
          <a:p>
            <a:pPr marL="0" indent="0">
              <a:buNone/>
            </a:pPr>
            <a:r>
              <a:rPr lang="en-US" sz="5500" dirty="0"/>
              <a:t>The above-median group shows </a:t>
            </a:r>
          </a:p>
          <a:p>
            <a:pPr marL="0" indent="0">
              <a:buNone/>
            </a:pPr>
            <a:r>
              <a:rPr lang="en-US" sz="5500" dirty="0"/>
              <a:t>greater variability in Save%.</a:t>
            </a:r>
          </a:p>
          <a:p>
            <a:pPr marL="0" indent="0">
              <a:buNone/>
            </a:pPr>
            <a:endParaRPr lang="en-US" sz="5500" dirty="0"/>
          </a:p>
          <a:p>
            <a:pPr marL="0" indent="0">
              <a:buNone/>
            </a:pPr>
            <a:r>
              <a:rPr lang="en-US" sz="5500" dirty="0"/>
              <a:t>Descriptively, higher workload is </a:t>
            </a:r>
          </a:p>
          <a:p>
            <a:pPr marL="0" indent="0">
              <a:buNone/>
            </a:pPr>
            <a:r>
              <a:rPr lang="en-US" sz="5500" dirty="0"/>
              <a:t>associated with a lower average </a:t>
            </a:r>
          </a:p>
          <a:p>
            <a:pPr marL="0" indent="0">
              <a:buNone/>
            </a:pPr>
            <a:r>
              <a:rPr lang="en-US" sz="5500" dirty="0"/>
              <a:t>Save%, but this alone doesn’t</a:t>
            </a:r>
          </a:p>
          <a:p>
            <a:pPr marL="0" indent="0">
              <a:buNone/>
            </a:pPr>
            <a:r>
              <a:rPr lang="en-US" sz="5500" dirty="0"/>
              <a:t> establish statistical significance.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1905B-9F0A-182C-342C-78FD85F0C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926" y="2382218"/>
            <a:ext cx="4711942" cy="356888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505C4F-4B49-2E78-46A5-0A09B3A78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113624"/>
              </p:ext>
            </p:extLst>
          </p:nvPr>
        </p:nvGraphicFramePr>
        <p:xfrm>
          <a:off x="839788" y="1825623"/>
          <a:ext cx="5472747" cy="234103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824249">
                  <a:extLst>
                    <a:ext uri="{9D8B030D-6E8A-4147-A177-3AD203B41FA5}">
                      <a16:colId xmlns:a16="http://schemas.microsoft.com/office/drawing/2014/main" val="2734769625"/>
                    </a:ext>
                  </a:extLst>
                </a:gridCol>
                <a:gridCol w="1824249">
                  <a:extLst>
                    <a:ext uri="{9D8B030D-6E8A-4147-A177-3AD203B41FA5}">
                      <a16:colId xmlns:a16="http://schemas.microsoft.com/office/drawing/2014/main" val="4251227856"/>
                    </a:ext>
                  </a:extLst>
                </a:gridCol>
                <a:gridCol w="1824249">
                  <a:extLst>
                    <a:ext uri="{9D8B030D-6E8A-4147-A177-3AD203B41FA5}">
                      <a16:colId xmlns:a16="http://schemas.microsoft.com/office/drawing/2014/main" val="3043943887"/>
                    </a:ext>
                  </a:extLst>
                </a:gridCol>
              </a:tblGrid>
              <a:tr h="62187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Below -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Above- 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093399"/>
                  </a:ext>
                </a:extLst>
              </a:tr>
              <a:tr h="355359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912217"/>
                  </a:ext>
                </a:extLst>
              </a:tr>
              <a:tr h="355359">
                <a:tc>
                  <a:txBody>
                    <a:bodyPr/>
                    <a:lstStyle/>
                    <a:p>
                      <a:r>
                        <a:rPr lang="en-US" dirty="0"/>
                        <a:t>Mean Save%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62.13%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244757"/>
                  </a:ext>
                </a:extLst>
              </a:tr>
              <a:tr h="621878">
                <a:tc>
                  <a:txBody>
                    <a:bodyPr/>
                    <a:lstStyle/>
                    <a:p>
                      <a:r>
                        <a:rPr lang="en-US" dirty="0"/>
                        <a:t>Median Save%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859825"/>
                  </a:ext>
                </a:extLst>
              </a:tr>
              <a:tr h="355359">
                <a:tc>
                  <a:txBody>
                    <a:bodyPr/>
                    <a:lstStyle/>
                    <a:p>
                      <a:r>
                        <a:rPr lang="en-US" dirty="0"/>
                        <a:t>Std Dev.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113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1051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0C3E49-872C-F1D6-A103-CC43A8AD2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Confidence Interval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20D4F3-13AC-5A7C-FEA1-0C7A67C312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2979869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856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927CC-F7DE-A6B1-D899-A77D45DBCB52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r>
              <a:rPr lang="en-US" dirty="0"/>
              <a:t>Two Sample 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3825A-3578-A149-45F8-382D2C6E4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Null Hypothesis(H</a:t>
            </a:r>
            <a:r>
              <a:rPr lang="en-US" sz="1800" dirty="0"/>
              <a:t>0</a:t>
            </a:r>
            <a:r>
              <a:rPr lang="en-US" dirty="0"/>
              <a:t>): mean Save% is equal between the two workload groups.</a:t>
            </a:r>
          </a:p>
          <a:p>
            <a:r>
              <a:rPr lang="en-US" dirty="0"/>
              <a:t>Alternative Hypothesis(H</a:t>
            </a:r>
            <a:r>
              <a:rPr lang="en-US" sz="1800" dirty="0"/>
              <a:t>1</a:t>
            </a:r>
            <a:r>
              <a:rPr lang="en-US" dirty="0"/>
              <a:t>): mean Save% is different between the two workload groups.</a:t>
            </a:r>
          </a:p>
          <a:p>
            <a:endParaRPr lang="en-US" dirty="0"/>
          </a:p>
          <a:p>
            <a:r>
              <a:rPr lang="en-US" dirty="0"/>
              <a:t>Two Sample t- test: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Decision: p &gt; α -&gt; Fail to reject H</a:t>
            </a:r>
            <a:r>
              <a:rPr lang="en-US" sz="1800" dirty="0"/>
              <a:t>0.           </a:t>
            </a:r>
          </a:p>
          <a:p>
            <a:r>
              <a:rPr lang="en-US" dirty="0"/>
              <a:t>Conclusion: no statistically significant difference detected.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67CA31-BA87-730C-6F07-A7A720B1A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162265"/>
              </p:ext>
            </p:extLst>
          </p:nvPr>
        </p:nvGraphicFramePr>
        <p:xfrm>
          <a:off x="1011582" y="3233220"/>
          <a:ext cx="8128000" cy="18542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3363796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470706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553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t- 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837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p-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29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Degrees of freedom(</a:t>
                      </a:r>
                      <a:r>
                        <a:rPr lang="en-US" dirty="0" err="1"/>
                        <a:t>df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678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Decision(α = 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Fail to reject H</a:t>
                      </a:r>
                      <a:r>
                        <a:rPr lang="en-US" sz="1200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326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55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8D85A7-AB74-925A-FD43-1ECBD39F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C3D7F-6D70-5220-578D-9C8273DA8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1400"/>
              <a:t>Above- median workload goalkeepers averaged 62.1% of Save%.</a:t>
            </a:r>
          </a:p>
          <a:p>
            <a:r>
              <a:rPr lang="en-US" sz="1400"/>
              <a:t>Below- median workload goalkeepers averaged 66.7% of Save%.</a:t>
            </a:r>
          </a:p>
          <a:p>
            <a:r>
              <a:rPr lang="en-US" sz="1400"/>
              <a:t>Observed difference: -4.58 percentage points.</a:t>
            </a:r>
          </a:p>
          <a:p>
            <a:r>
              <a:rPr lang="en-US" sz="1400"/>
              <a:t>95% CI: -12.79 to 3.64 percentage points.</a:t>
            </a:r>
          </a:p>
          <a:p>
            <a:r>
              <a:rPr lang="en-US" sz="1400"/>
              <a:t>Two sample t-test: t = -1.12, p = 0.267.</a:t>
            </a:r>
          </a:p>
          <a:p>
            <a:endParaRPr lang="en-US" sz="1400"/>
          </a:p>
          <a:p>
            <a:r>
              <a:rPr lang="en-US" sz="1400"/>
              <a:t>Overall Findings:</a:t>
            </a:r>
          </a:p>
          <a:p>
            <a:pPr marL="0" indent="0">
              <a:buNone/>
            </a:pPr>
            <a:r>
              <a:rPr lang="en-US" sz="1400"/>
              <a:t>The analysis doesn’t provide statistically significant evidence that goalkeeper workload, measured by SoTA per 90, is associated with a different average Save% in this dataset.</a:t>
            </a:r>
          </a:p>
          <a:p>
            <a:pPr marL="0" indent="0">
              <a:buNone/>
            </a:pPr>
            <a:endParaRPr lang="en-US" sz="1400"/>
          </a:p>
          <a:p>
            <a:r>
              <a:rPr lang="en-US" sz="1400"/>
              <a:t>Limitations:</a:t>
            </a:r>
          </a:p>
          <a:p>
            <a:pPr marL="0" indent="0">
              <a:buNone/>
            </a:pPr>
            <a:r>
              <a:rPr lang="en-US" sz="1400"/>
              <a:t>The median- tie observations were excluded, leaving 45 goalkeepers for the comparison.</a:t>
            </a:r>
          </a:p>
        </p:txBody>
      </p:sp>
    </p:spTree>
    <p:extLst>
      <p:ext uri="{BB962C8B-B14F-4D97-AF65-F5344CB8AC3E}">
        <p14:creationId xmlns:p14="http://schemas.microsoft.com/office/powerpoint/2010/main" val="1453134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6F910E-AD7A-7ECC-0B81-0D322D867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/>
              <a:t>References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8D646-A90C-C389-4607-88D472BDD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/>
              <a:t>Fbref for data collection: </a:t>
            </a:r>
            <a:r>
              <a:rPr lang="en-US" sz="2400">
                <a:hlinkClick r:id="rId2"/>
              </a:rPr>
              <a:t>https://fbref.com/en/comps/1/keepers/World-Cup-Stats</a:t>
            </a:r>
            <a:endParaRPr lang="en-US" sz="2400"/>
          </a:p>
          <a:p>
            <a:r>
              <a:rPr lang="en-US" sz="2400"/>
              <a:t>The pandas development team: </a:t>
            </a:r>
            <a:r>
              <a:rPr lang="en-US" sz="2400">
                <a:hlinkClick r:id="rId3"/>
              </a:rPr>
              <a:t>https://pandas.pydata.org</a:t>
            </a:r>
            <a:endParaRPr lang="en-US" sz="2400"/>
          </a:p>
          <a:p>
            <a:r>
              <a:rPr lang="en-US" sz="2400"/>
              <a:t>Virtanen, P. et al. (2020) SciPy 1.0: fundamental algorithms for scientific computing in Python. </a:t>
            </a:r>
            <a:r>
              <a:rPr lang="en-US" sz="2400" i="1"/>
              <a:t>Nature methods</a:t>
            </a:r>
            <a:r>
              <a:rPr lang="en-US" sz="2400"/>
              <a:t>. [Online] 17 (3), 261–272: </a:t>
            </a:r>
            <a:r>
              <a:rPr lang="en-US" sz="2400">
                <a:hlinkClick r:id="rId4"/>
              </a:rPr>
              <a:t>https://doi.org/10.1038/s41592-019-0686-2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88824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1698</TotalTime>
  <Words>794</Words>
  <Application>Microsoft Office PowerPoint</Application>
  <PresentationFormat>Widescreen</PresentationFormat>
  <Paragraphs>141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Cambria</vt:lpstr>
      <vt:lpstr>Courier New</vt:lpstr>
      <vt:lpstr>Wingdings</vt:lpstr>
      <vt:lpstr>Office Theme</vt:lpstr>
      <vt:lpstr>Assessment 2: An analytic task on FIFA World Cup 2026 Goalkeeper Data </vt:lpstr>
      <vt:lpstr>Analytic Question</vt:lpstr>
      <vt:lpstr>Methodology</vt:lpstr>
      <vt:lpstr>Data Wrangling</vt:lpstr>
      <vt:lpstr>PowerPoint Presentation</vt:lpstr>
      <vt:lpstr>Data Sampling</vt:lpstr>
      <vt:lpstr>Descriptive Statistics</vt:lpstr>
      <vt:lpstr>Confidence Interval</vt:lpstr>
      <vt:lpstr>Two Sample t-test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Abichal Paudel</dc:creator>
  <cp:lastModifiedBy>Abichal Paudel</cp:lastModifiedBy>
  <cp:revision>5</cp:revision>
  <dcterms:created xsi:type="dcterms:W3CDTF">2026-09-07T11:18:56Z</dcterms:created>
  <dcterms:modified xsi:type="dcterms:W3CDTF">2026-09-09T14:51:43Z</dcterms:modified>
</cp:coreProperties>
</file>